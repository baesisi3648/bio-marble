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84" r:id="rId7"/>
    <p:sldId id="263" r:id="rId8"/>
    <p:sldId id="28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60" r:id="rId29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88F7"/>
    <a:srgbClr val="25328F"/>
    <a:srgbClr val="5172ED"/>
    <a:srgbClr val="6EB4FA"/>
    <a:srgbClr val="E2F1FF"/>
    <a:srgbClr val="2F55E9"/>
    <a:srgbClr val="10153C"/>
    <a:srgbClr val="192261"/>
    <a:srgbClr val="3142BD"/>
    <a:srgbClr val="4253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23" autoAdjust="0"/>
    <p:restoredTop sz="94660"/>
  </p:normalViewPr>
  <p:slideViewPr>
    <p:cSldViewPr snapToGrid="0">
      <p:cViewPr>
        <p:scale>
          <a:sx n="75" d="100"/>
          <a:sy n="75" d="100"/>
        </p:scale>
        <p:origin x="1051" y="115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A7027C-E6F2-8334-7834-98E16F6A00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858FA8-C032-352D-691E-4D1C5061D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9970A5-8334-690A-6F3D-BAB52640A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CF06F9-6240-F7CE-D5C2-DF372201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72AD2-A2DF-6F22-C171-F4ED9C00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695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E04663-FBBC-6857-96C1-62F6F63E7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D0C385-7CE1-0136-813F-A5C1F9C5A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C38104-B1C7-95F7-7D47-3367EAC4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174EF2-2ED4-C740-C086-503A9890A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FB4DAB-ED3B-C723-9D6C-D83A2B12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674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E123C-67B4-C87E-B02C-F1D3CDBC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B94394-2C12-A6EA-5BDF-A60C95B1A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07393F-1856-5468-716A-755A3469D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1FC8DA-E949-9D53-DAE6-6BC3F981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2E3790-C384-0A28-4D1F-F555D7DB0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16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EDCDC-3E6A-23CE-FD17-5147C0A91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B6616A-E611-8919-0FF8-BC41D8EB8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BF07F9-85F0-D689-502F-CDEB5E35B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A9DB6E-8BDB-59DB-1DA3-7B8640104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A1419E-3A3F-5C65-0FAC-94A7F31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C6D16E-C541-BBE1-B2DC-51B63346D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80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7882A-AF9E-5B5D-4924-5492FEE08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4E6E70-1272-A725-4D15-8EC4F8512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AB99AA-C4FD-7133-5BB5-25221C23A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94E1A1-2360-9BB9-AE99-4F889D686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28D8BA3-4F93-2C8D-48FB-7CD2F4C967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D21EC7A-9BB6-FD1B-F51F-275A9915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232563A-96BE-C19B-99C2-F304DA9F6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7F553D0-F109-EC4A-CB9F-42439385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8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7C09BE-44D4-5EC8-9368-460C3D78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BF26CF1-24F2-AC8F-CEFF-3511C9C5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5963765-712C-F9A0-9649-2F0678631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23FBC8-45BB-501E-78F0-1EB7F27A9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827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A7B3EE-9E2A-FC9E-661D-FCD840C0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E108671-2D5D-895C-5185-F6CCF9AB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1953-764B-CA92-EB27-DD722C032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9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7B86F-C44B-495C-E4F9-8395AEA3D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B5AD13-2135-59F4-D5C7-49645FCAF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4BDB61-7356-DC7F-07DD-D61C2CF5FE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B7A00E-E173-FEB0-6B19-DAEFC269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74F318-8271-E87F-C8F3-CCA6DABF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37F601-E957-393D-3D99-95F9A8615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645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842E7-7AC7-A3E3-7F4B-74AD2E4BF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3D3C6A-1C37-627A-4396-B6A74262B9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A32858-077A-6A75-00DD-2311CE1B8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6E09A6-B87B-718B-A988-AF92A1DB8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35B5D-FC55-7A46-35EC-6C32452D8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9940C1-8914-6A4B-6B32-43C7F8998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876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E6949A-7B14-B482-E589-99D04205D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6E7AAA-9CC6-CFCC-A94B-266CC56A8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F3CAEA-C31C-B857-30D7-81488C4F7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8CEE10-276F-D8C9-B15C-F8DB43AC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2DBF39-0592-61B0-5DA3-96AF5679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692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5AB4A27-24C2-2886-48EB-4DB26AFB35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2B16C1-F0EA-5A15-2FFD-F24A4E5F2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E2CFC9-06BD-A184-CCAE-A459A3E23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C455A-261E-873C-E3DE-5BF2C52C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C8CE14-5FBA-F026-5807-A73A105A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51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DF7FD9-33D5-0DD8-58CE-9529DDBE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C6E4AC-8A4E-BC2B-E814-64A112700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E9B38-0D04-96CE-1B96-1AF798AD35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388AB-B099-47E8-AB5A-F479518B4C61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B3ECFF-7342-22A4-9B72-FB7D0105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455B4-35F0-9062-168D-DE56FBD03C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F9808-773C-48BD-A107-AD1E6E43F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72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7.png"/><Relationship Id="rId3" Type="http://schemas.openxmlformats.org/officeDocument/2006/relationships/image" Target="../media/image20.png"/><Relationship Id="rId7" Type="http://schemas.openxmlformats.org/officeDocument/2006/relationships/image" Target="../media/image12.png"/><Relationship Id="rId12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1.png"/><Relationship Id="rId5" Type="http://schemas.openxmlformats.org/officeDocument/2006/relationships/image" Target="../media/image22.png"/><Relationship Id="rId10" Type="http://schemas.openxmlformats.org/officeDocument/2006/relationships/image" Target="../media/image10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6.png"/><Relationship Id="rId3" Type="http://schemas.openxmlformats.org/officeDocument/2006/relationships/image" Target="../media/image29.png"/><Relationship Id="rId7" Type="http://schemas.openxmlformats.org/officeDocument/2006/relationships/image" Target="../media/image12.png"/><Relationship Id="rId12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1.png"/><Relationship Id="rId5" Type="http://schemas.openxmlformats.org/officeDocument/2006/relationships/image" Target="../media/image31.png"/><Relationship Id="rId10" Type="http://schemas.openxmlformats.org/officeDocument/2006/relationships/image" Target="../media/image10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slide" Target="slide24.xml"/><Relationship Id="rId26" Type="http://schemas.openxmlformats.org/officeDocument/2006/relationships/slide" Target="slide27.xml"/><Relationship Id="rId39" Type="http://schemas.openxmlformats.org/officeDocument/2006/relationships/image" Target="../media/image30.png"/><Relationship Id="rId21" Type="http://schemas.openxmlformats.org/officeDocument/2006/relationships/image" Target="../media/image15.png"/><Relationship Id="rId34" Type="http://schemas.openxmlformats.org/officeDocument/2006/relationships/slide" Target="slide10.xml"/><Relationship Id="rId7" Type="http://schemas.openxmlformats.org/officeDocument/2006/relationships/image" Target="../media/image6.png"/><Relationship Id="rId2" Type="http://schemas.openxmlformats.org/officeDocument/2006/relationships/slide" Target="slide14.xml"/><Relationship Id="rId16" Type="http://schemas.openxmlformats.org/officeDocument/2006/relationships/slide" Target="slide21.xml"/><Relationship Id="rId20" Type="http://schemas.openxmlformats.org/officeDocument/2006/relationships/slide" Target="slide23.xml"/><Relationship Id="rId29" Type="http://schemas.openxmlformats.org/officeDocument/2006/relationships/image" Target="../media/image23.png"/><Relationship Id="rId41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9.xml"/><Relationship Id="rId11" Type="http://schemas.openxmlformats.org/officeDocument/2006/relationships/image" Target="../media/image2.png"/><Relationship Id="rId24" Type="http://schemas.openxmlformats.org/officeDocument/2006/relationships/slide" Target="slide25.xml"/><Relationship Id="rId32" Type="http://schemas.openxmlformats.org/officeDocument/2006/relationships/slide" Target="slide11.xml"/><Relationship Id="rId37" Type="http://schemas.openxmlformats.org/officeDocument/2006/relationships/image" Target="../media/image19.png"/><Relationship Id="rId40" Type="http://schemas.openxmlformats.org/officeDocument/2006/relationships/slide" Target="slide12.xml"/><Relationship Id="rId5" Type="http://schemas.openxmlformats.org/officeDocument/2006/relationships/image" Target="../media/image5.png"/><Relationship Id="rId15" Type="http://schemas.openxmlformats.org/officeDocument/2006/relationships/image" Target="../media/image32.png"/><Relationship Id="rId23" Type="http://schemas.openxmlformats.org/officeDocument/2006/relationships/image" Target="../media/image16.png"/><Relationship Id="rId28" Type="http://schemas.openxmlformats.org/officeDocument/2006/relationships/slide" Target="slide26.xml"/><Relationship Id="rId36" Type="http://schemas.openxmlformats.org/officeDocument/2006/relationships/slide" Target="slide9.xml"/><Relationship Id="rId10" Type="http://schemas.openxmlformats.org/officeDocument/2006/relationships/slide" Target="slide16.xml"/><Relationship Id="rId19" Type="http://schemas.openxmlformats.org/officeDocument/2006/relationships/image" Target="../media/image14.png"/><Relationship Id="rId31" Type="http://schemas.openxmlformats.org/officeDocument/2006/relationships/image" Target="../media/image41.png"/><Relationship Id="rId4" Type="http://schemas.openxmlformats.org/officeDocument/2006/relationships/slide" Target="slide18.xml"/><Relationship Id="rId9" Type="http://schemas.openxmlformats.org/officeDocument/2006/relationships/image" Target="../media/image7.png"/><Relationship Id="rId14" Type="http://schemas.openxmlformats.org/officeDocument/2006/relationships/slide" Target="slide15.xml"/><Relationship Id="rId22" Type="http://schemas.openxmlformats.org/officeDocument/2006/relationships/slide" Target="slide22.xml"/><Relationship Id="rId27" Type="http://schemas.openxmlformats.org/officeDocument/2006/relationships/image" Target="../media/image22.png"/><Relationship Id="rId30" Type="http://schemas.openxmlformats.org/officeDocument/2006/relationships/image" Target="../media/image40.png"/><Relationship Id="rId35" Type="http://schemas.openxmlformats.org/officeDocument/2006/relationships/image" Target="../media/image20.png"/><Relationship Id="rId8" Type="http://schemas.openxmlformats.org/officeDocument/2006/relationships/slide" Target="slide20.xml"/><Relationship Id="rId3" Type="http://schemas.openxmlformats.org/officeDocument/2006/relationships/image" Target="../media/image31.png"/><Relationship Id="rId12" Type="http://schemas.openxmlformats.org/officeDocument/2006/relationships/slide" Target="slide17.xml"/><Relationship Id="rId17" Type="http://schemas.openxmlformats.org/officeDocument/2006/relationships/image" Target="../media/image4.png"/><Relationship Id="rId25" Type="http://schemas.openxmlformats.org/officeDocument/2006/relationships/image" Target="../media/image13.png"/><Relationship Id="rId33" Type="http://schemas.openxmlformats.org/officeDocument/2006/relationships/image" Target="../media/image21.png"/><Relationship Id="rId38" Type="http://schemas.openxmlformats.org/officeDocument/2006/relationships/slide" Target="slide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image" Target="../media/image4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0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1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9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30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31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32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8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5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6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7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6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5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4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13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3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22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E7250D8B-C9D4-E9AE-F9A2-92AC7A2DF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879" y="4116131"/>
            <a:ext cx="5622242" cy="5622242"/>
          </a:xfrm>
          <a:prstGeom prst="rect">
            <a:avLst/>
          </a:prstGeom>
        </p:spPr>
      </p:pic>
      <p:sp>
        <p:nvSpPr>
          <p:cNvPr id="5" name="사각형: 둥근 대각선 방향 모서리 4">
            <a:extLst>
              <a:ext uri="{FF2B5EF4-FFF2-40B4-BE49-F238E27FC236}">
                <a16:creationId xmlns:a16="http://schemas.microsoft.com/office/drawing/2014/main" id="{C2CE6C72-C08B-438B-9B33-00750A799BA6}"/>
              </a:ext>
            </a:extLst>
          </p:cNvPr>
          <p:cNvSpPr/>
          <p:nvPr/>
        </p:nvSpPr>
        <p:spPr>
          <a:xfrm>
            <a:off x="-9834" y="3"/>
            <a:ext cx="3110110" cy="2789496"/>
          </a:xfrm>
          <a:prstGeom prst="round2DiagRect">
            <a:avLst>
              <a:gd name="adj1" fmla="val 10028"/>
              <a:gd name="adj2" fmla="val 0"/>
            </a:avLst>
          </a:prstGeom>
          <a:gradFill>
            <a:gsLst>
              <a:gs pos="50000">
                <a:schemeClr val="bg1"/>
              </a:gs>
              <a:gs pos="100000">
                <a:schemeClr val="bg1"/>
              </a:gs>
              <a:gs pos="0">
                <a:srgbClr val="BEC8F7"/>
              </a:gs>
            </a:gsLst>
            <a:lin ang="54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AADDDE-F4E7-4993-FE61-A1931BFD82CB}"/>
              </a:ext>
            </a:extLst>
          </p:cNvPr>
          <p:cNvSpPr/>
          <p:nvPr/>
        </p:nvSpPr>
        <p:spPr>
          <a:xfrm rot="10800000">
            <a:off x="-11577" y="2789496"/>
            <a:ext cx="2847373" cy="1990849"/>
          </a:xfrm>
          <a:prstGeom prst="rect">
            <a:avLst/>
          </a:prstGeom>
          <a:gradFill flip="none" rotWithShape="1">
            <a:gsLst>
              <a:gs pos="90000">
                <a:schemeClr val="accent1">
                  <a:lumMod val="5000"/>
                  <a:lumOff val="95000"/>
                </a:schemeClr>
              </a:gs>
              <a:gs pos="50000">
                <a:srgbClr val="DADFFA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rgbClr val="BEC8F7"/>
              </a:gs>
            </a:gsLst>
            <a:lin ang="162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EA3E98-8228-0D8A-22C4-303149034014}"/>
              </a:ext>
            </a:extLst>
          </p:cNvPr>
          <p:cNvSpPr/>
          <p:nvPr/>
        </p:nvSpPr>
        <p:spPr>
          <a:xfrm rot="16200000">
            <a:off x="2956463" y="143813"/>
            <a:ext cx="2523284" cy="2235655"/>
          </a:xfrm>
          <a:prstGeom prst="rect">
            <a:avLst/>
          </a:prstGeom>
          <a:gradFill>
            <a:gsLst>
              <a:gs pos="61000">
                <a:schemeClr val="bg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108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5D5CC61-DAB3-CC53-820D-DF8A17197559}"/>
              </a:ext>
            </a:extLst>
          </p:cNvPr>
          <p:cNvSpPr/>
          <p:nvPr/>
        </p:nvSpPr>
        <p:spPr>
          <a:xfrm rot="10800000">
            <a:off x="-11577" y="4780345"/>
            <a:ext cx="2847372" cy="1990849"/>
          </a:xfrm>
          <a:prstGeom prst="rect">
            <a:avLst/>
          </a:prstGeom>
          <a:gradFill flip="none" rotWithShape="1">
            <a:gsLst>
              <a:gs pos="90000">
                <a:schemeClr val="accent1">
                  <a:lumMod val="5000"/>
                  <a:lumOff val="95000"/>
                </a:schemeClr>
              </a:gs>
              <a:gs pos="50000">
                <a:srgbClr val="DADFFA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rgbClr val="BEC8F7"/>
              </a:gs>
            </a:gsLst>
            <a:lin ang="162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5A0BA34-52D3-EC57-1940-0A29E8458C5B}"/>
              </a:ext>
            </a:extLst>
          </p:cNvPr>
          <p:cNvSpPr/>
          <p:nvPr/>
        </p:nvSpPr>
        <p:spPr>
          <a:xfrm rot="16200000">
            <a:off x="5192121" y="143813"/>
            <a:ext cx="2523282" cy="2235655"/>
          </a:xfrm>
          <a:prstGeom prst="rect">
            <a:avLst/>
          </a:prstGeom>
          <a:gradFill>
            <a:gsLst>
              <a:gs pos="61000">
                <a:schemeClr val="bg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108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0C14B7-9B88-832E-9E56-91C6E9E3630D}"/>
              </a:ext>
            </a:extLst>
          </p:cNvPr>
          <p:cNvSpPr/>
          <p:nvPr/>
        </p:nvSpPr>
        <p:spPr>
          <a:xfrm rot="16200000">
            <a:off x="7427778" y="143812"/>
            <a:ext cx="2523280" cy="2235655"/>
          </a:xfrm>
          <a:prstGeom prst="rect">
            <a:avLst/>
          </a:prstGeom>
          <a:gradFill>
            <a:gsLst>
              <a:gs pos="61000">
                <a:schemeClr val="bg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108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AFD7DB6-ED0B-C96B-1638-EAE0FE50C691}"/>
              </a:ext>
            </a:extLst>
          </p:cNvPr>
          <p:cNvSpPr/>
          <p:nvPr/>
        </p:nvSpPr>
        <p:spPr>
          <a:xfrm rot="16200000">
            <a:off x="9663435" y="143811"/>
            <a:ext cx="2523279" cy="2235655"/>
          </a:xfrm>
          <a:prstGeom prst="rect">
            <a:avLst/>
          </a:prstGeom>
          <a:gradFill>
            <a:gsLst>
              <a:gs pos="61000">
                <a:schemeClr val="bg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108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6F6AE4C9-50A9-9C66-792B-E45D2F1A7590}"/>
              </a:ext>
            </a:extLst>
          </p:cNvPr>
          <p:cNvGrpSpPr/>
          <p:nvPr/>
        </p:nvGrpSpPr>
        <p:grpSpPr>
          <a:xfrm>
            <a:off x="3099942" y="1843850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6BFAB89B-B861-0BF5-AE2A-15988D8BB8CF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D956494-A30A-2C9E-D7BC-D6D1ED9A02BA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CF3957A-0CED-CA3F-BB97-3B552B545566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E1D1D954-E72B-6012-2B9B-4D3D850835EF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99E5B1AA-FBA0-509D-48D4-FABAC4823A02}"/>
              </a:ext>
            </a:extLst>
          </p:cNvPr>
          <p:cNvGrpSpPr/>
          <p:nvPr/>
        </p:nvGrpSpPr>
        <p:grpSpPr>
          <a:xfrm>
            <a:off x="5335599" y="1843850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3019150-E0EF-04CD-5F41-B18D11FC131A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F13EA63-ECEC-3EE1-DA1A-0CD27C1FA6A7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8FEA0D3A-9B51-3C03-CCBE-92A7823DDB16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18DD672F-8450-1FAE-B1B3-B4A3DE8937E8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07E84C05-C04C-CB58-C85E-83E0B2E975B8}"/>
              </a:ext>
            </a:extLst>
          </p:cNvPr>
          <p:cNvGrpSpPr/>
          <p:nvPr/>
        </p:nvGrpSpPr>
        <p:grpSpPr>
          <a:xfrm>
            <a:off x="7571256" y="1843850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B9B4775-130E-F0EF-57EA-510AD3C93A1F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8E61DEDE-C417-AA1C-4061-7EDCCA31CABA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79071ED4-2E78-C1ED-E897-A343DB5F2910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8D7F9CA3-58E2-EC7E-AE1A-73B9358F7E48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3F00194C-E542-A3DD-D007-EC3353C8F05C}"/>
              </a:ext>
            </a:extLst>
          </p:cNvPr>
          <p:cNvGrpSpPr/>
          <p:nvPr/>
        </p:nvGrpSpPr>
        <p:grpSpPr>
          <a:xfrm>
            <a:off x="9806912" y="1843850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6CDB9FB7-DAC3-3ADA-CED1-BCC5BC9EE89C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2BA54E21-6952-E784-44E3-AEECC5709309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59842FF-ADE4-72DA-DCBF-558277531F79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31EF986-C2AF-CCB1-2F71-5F04A19F5642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03350653-825B-BF5B-DCDD-262DC819968E}"/>
              </a:ext>
            </a:extLst>
          </p:cNvPr>
          <p:cNvGrpSpPr/>
          <p:nvPr/>
        </p:nvGrpSpPr>
        <p:grpSpPr>
          <a:xfrm rot="16200000">
            <a:off x="1502286" y="3446833"/>
            <a:ext cx="1990849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3F383050-7E35-C639-FDDC-BB76354D3757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B04D89E1-229A-2636-1266-239A30AA4B3C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F3D11E3F-A013-42AE-065A-373D2325A83F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716CFEE-FDAB-8D0B-F4C3-F22483D79BD0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46892ED7-0A05-B5E0-11D4-F2FFF02BD3E3}"/>
              </a:ext>
            </a:extLst>
          </p:cNvPr>
          <p:cNvGrpSpPr/>
          <p:nvPr/>
        </p:nvGrpSpPr>
        <p:grpSpPr>
          <a:xfrm rot="16200000">
            <a:off x="1502286" y="5437684"/>
            <a:ext cx="1990849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BBDB1BA4-2A13-0E85-49B0-640E21B31DF8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1883CCCE-7467-AF73-0086-79E9467FD5A2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7728AC9-427C-ECE3-4883-E218B699AE0B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CFE4D608-5D68-31D4-7E66-EE7D32A0E3AB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4F4F21-3517-1A9D-3556-A51B3848D1BE}"/>
              </a:ext>
            </a:extLst>
          </p:cNvPr>
          <p:cNvSpPr txBox="1"/>
          <p:nvPr/>
        </p:nvSpPr>
        <p:spPr>
          <a:xfrm>
            <a:off x="3691241" y="1394751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문어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FD5F85-BB5C-83AC-C4F6-AE9B35E5B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77" y="4913534"/>
            <a:ext cx="1299489" cy="1299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E545D31-7820-E8C0-F46D-C35A9FA37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669" y="86806"/>
            <a:ext cx="2263104" cy="22631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F1FF6CA-E1B4-08ED-4738-D14AD57F82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497" y="128418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2C63A06-C1F8-E411-FEDE-E0B06C803C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8526" y="127270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8346C2C-1DBB-87E2-B0B4-F7AEDE296F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8636" y="127270"/>
            <a:ext cx="1238482" cy="1238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D19EE196-F41D-9EB6-8EF3-55B20DB167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386" y="127270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B2F1AEB-DD1D-0590-E5D3-C75F545EF7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277" y="2922688"/>
            <a:ext cx="1299489" cy="12994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168DCB-80D7-E13F-E9F6-6C05DF713BB9}"/>
              </a:ext>
            </a:extLst>
          </p:cNvPr>
          <p:cNvSpPr txBox="1"/>
          <p:nvPr/>
        </p:nvSpPr>
        <p:spPr>
          <a:xfrm>
            <a:off x="5926565" y="1394751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산호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0F644B-7396-800A-1A8B-207D97043F28}"/>
              </a:ext>
            </a:extLst>
          </p:cNvPr>
          <p:cNvSpPr txBox="1"/>
          <p:nvPr/>
        </p:nvSpPr>
        <p:spPr>
          <a:xfrm>
            <a:off x="8163056" y="1394751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6CA45-1E94-8E6E-D34A-82FADD63447E}"/>
              </a:ext>
            </a:extLst>
          </p:cNvPr>
          <p:cNvSpPr txBox="1"/>
          <p:nvPr/>
        </p:nvSpPr>
        <p:spPr>
          <a:xfrm>
            <a:off x="10398711" y="1394751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상어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621AD4-4434-9E95-4B80-6ABE441777CA}"/>
              </a:ext>
            </a:extLst>
          </p:cNvPr>
          <p:cNvSpPr txBox="1"/>
          <p:nvPr/>
        </p:nvSpPr>
        <p:spPr>
          <a:xfrm>
            <a:off x="547995" y="4236420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북극곰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E04F49-2726-0DC5-F521-91AFB71A9E49}"/>
              </a:ext>
            </a:extLst>
          </p:cNvPr>
          <p:cNvSpPr txBox="1"/>
          <p:nvPr/>
        </p:nvSpPr>
        <p:spPr>
          <a:xfrm>
            <a:off x="393769" y="6227266"/>
            <a:ext cx="1360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바다사자</a:t>
            </a:r>
            <a:endParaRPr lang="ko-KR" altLang="en-US" sz="2400" dirty="0">
              <a:latin typeface="Cafe24 Ssurround air Light" panose="020F0300000000000000" pitchFamily="50" charset="-127"/>
              <a:ea typeface="Cafe24 Ssurround air Light" panose="020F0300000000000000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19F308-9040-A6AA-9E2B-02361E2C93A1}"/>
              </a:ext>
            </a:extLst>
          </p:cNvPr>
          <p:cNvSpPr txBox="1"/>
          <p:nvPr/>
        </p:nvSpPr>
        <p:spPr>
          <a:xfrm>
            <a:off x="-22326" y="2216167"/>
            <a:ext cx="10520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감옥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1CAD9AF-39BB-1F3C-AEC5-FB111235E56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7532" y="1758937"/>
            <a:ext cx="907649" cy="9076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0D1ED88-BD9C-54E1-C4A0-599DEE612D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 flipV="1">
            <a:off x="2778755" y="2378713"/>
            <a:ext cx="1538942" cy="153894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AE6EF39-08B0-9B3B-55B0-98E5F80A3B69}"/>
              </a:ext>
            </a:extLst>
          </p:cNvPr>
          <p:cNvSpPr txBox="1"/>
          <p:nvPr/>
        </p:nvSpPr>
        <p:spPr>
          <a:xfrm rot="20324121" flipH="1">
            <a:off x="6286311" y="3259376"/>
            <a:ext cx="43976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0" dirty="0">
                <a:solidFill>
                  <a:srgbClr val="25328F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D98557D-BA5E-69F4-4919-BABD4B54D92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flipH="1">
            <a:off x="3382691" y="3606345"/>
            <a:ext cx="2429834" cy="2475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0961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림 40">
            <a:extLst>
              <a:ext uri="{FF2B5EF4-FFF2-40B4-BE49-F238E27FC236}">
                <a16:creationId xmlns:a16="http://schemas.microsoft.com/office/drawing/2014/main" id="{1E2DD526-110C-3E5C-6179-1513E659F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04880" y="4116133"/>
            <a:ext cx="5622242" cy="5622242"/>
          </a:xfrm>
          <a:prstGeom prst="rect">
            <a:avLst/>
          </a:prstGeom>
        </p:spPr>
      </p:pic>
      <p:sp>
        <p:nvSpPr>
          <p:cNvPr id="5" name="사각형: 둥근 대각선 방향 모서리 4">
            <a:extLst>
              <a:ext uri="{FF2B5EF4-FFF2-40B4-BE49-F238E27FC236}">
                <a16:creationId xmlns:a16="http://schemas.microsoft.com/office/drawing/2014/main" id="{C2CE6C72-C08B-438B-9B33-00750A799BA6}"/>
              </a:ext>
            </a:extLst>
          </p:cNvPr>
          <p:cNvSpPr/>
          <p:nvPr/>
        </p:nvSpPr>
        <p:spPr>
          <a:xfrm>
            <a:off x="9081890" y="3"/>
            <a:ext cx="3110110" cy="2789496"/>
          </a:xfrm>
          <a:prstGeom prst="round2DiagRect">
            <a:avLst>
              <a:gd name="adj1" fmla="val 0"/>
              <a:gd name="adj2" fmla="val 10788"/>
            </a:avLst>
          </a:prstGeom>
          <a:gradFill flip="none" rotWithShape="1">
            <a:gsLst>
              <a:gs pos="100000">
                <a:schemeClr val="bg1"/>
              </a:gs>
              <a:gs pos="63000">
                <a:srgbClr val="6EB4FA"/>
              </a:gs>
              <a:gs pos="0">
                <a:srgbClr val="5172ED"/>
              </a:gs>
            </a:gsLst>
            <a:path path="circle">
              <a:fillToRect l="100000" t="100000"/>
            </a:path>
            <a:tileRect r="-100000" b="-100000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AADDDE-F4E7-4993-FE61-A1931BFD82CB}"/>
              </a:ext>
            </a:extLst>
          </p:cNvPr>
          <p:cNvSpPr/>
          <p:nvPr/>
        </p:nvSpPr>
        <p:spPr>
          <a:xfrm rot="10800000">
            <a:off x="9344627" y="2789496"/>
            <a:ext cx="2847373" cy="1990849"/>
          </a:xfrm>
          <a:prstGeom prst="rect">
            <a:avLst/>
          </a:prstGeom>
          <a:gradFill flip="none" rotWithShape="1">
            <a:gsLst>
              <a:gs pos="90000">
                <a:schemeClr val="accent6">
                  <a:lumMod val="20000"/>
                  <a:lumOff val="80000"/>
                </a:schemeClr>
              </a:gs>
              <a:gs pos="50000">
                <a:srgbClr val="98DC80"/>
              </a:gs>
              <a:gs pos="0">
                <a:srgbClr val="5BC436"/>
              </a:gs>
            </a:gsLst>
            <a:lin ang="162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EA3E98-8228-0D8A-22C4-303149034014}"/>
              </a:ext>
            </a:extLst>
          </p:cNvPr>
          <p:cNvSpPr/>
          <p:nvPr/>
        </p:nvSpPr>
        <p:spPr>
          <a:xfrm rot="16200000">
            <a:off x="-4549" y="143813"/>
            <a:ext cx="2523284" cy="2235655"/>
          </a:xfrm>
          <a:prstGeom prst="rect">
            <a:avLst/>
          </a:prstGeom>
          <a:gradFill>
            <a:gsLst>
              <a:gs pos="61000">
                <a:schemeClr val="bg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108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5D5CC61-DAB3-CC53-820D-DF8A17197559}"/>
              </a:ext>
            </a:extLst>
          </p:cNvPr>
          <p:cNvSpPr/>
          <p:nvPr/>
        </p:nvSpPr>
        <p:spPr>
          <a:xfrm rot="10800000">
            <a:off x="9344627" y="4780345"/>
            <a:ext cx="2847372" cy="1990849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50000">
                <a:srgbClr val="FFEBAB"/>
              </a:gs>
              <a:gs pos="0">
                <a:srgbClr val="FFC000"/>
              </a:gs>
            </a:gsLst>
            <a:lin ang="162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5A0BA34-52D3-EC57-1940-0A29E8458C5B}"/>
              </a:ext>
            </a:extLst>
          </p:cNvPr>
          <p:cNvSpPr/>
          <p:nvPr/>
        </p:nvSpPr>
        <p:spPr>
          <a:xfrm rot="16200000">
            <a:off x="2231109" y="143813"/>
            <a:ext cx="2523282" cy="2235655"/>
          </a:xfrm>
          <a:prstGeom prst="rect">
            <a:avLst/>
          </a:prstGeom>
          <a:gradFill flip="none" rotWithShape="1">
            <a:gsLst>
              <a:gs pos="86000">
                <a:schemeClr val="bg1"/>
              </a:gs>
              <a:gs pos="49000">
                <a:srgbClr val="FFEBAB"/>
              </a:gs>
              <a:gs pos="0">
                <a:srgbClr val="FFC000"/>
              </a:gs>
            </a:gsLst>
            <a:lin ang="108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0C14B7-9B88-832E-9E56-91C6E9E3630D}"/>
              </a:ext>
            </a:extLst>
          </p:cNvPr>
          <p:cNvSpPr/>
          <p:nvPr/>
        </p:nvSpPr>
        <p:spPr>
          <a:xfrm rot="16200000">
            <a:off x="4466766" y="143812"/>
            <a:ext cx="2523280" cy="2235655"/>
          </a:xfrm>
          <a:prstGeom prst="rect">
            <a:avLst/>
          </a:prstGeom>
          <a:gradFill>
            <a:gsLst>
              <a:gs pos="61000">
                <a:schemeClr val="bg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108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AFD7DB6-ED0B-C96B-1638-EAE0FE50C691}"/>
              </a:ext>
            </a:extLst>
          </p:cNvPr>
          <p:cNvSpPr/>
          <p:nvPr/>
        </p:nvSpPr>
        <p:spPr>
          <a:xfrm rot="16200000">
            <a:off x="6702423" y="143811"/>
            <a:ext cx="2523279" cy="2235655"/>
          </a:xfrm>
          <a:prstGeom prst="rect">
            <a:avLst/>
          </a:prstGeom>
          <a:gradFill>
            <a:gsLst>
              <a:gs pos="61000">
                <a:schemeClr val="bg1"/>
              </a:gs>
              <a:gs pos="16000">
                <a:schemeClr val="accent1">
                  <a:lumMod val="60000"/>
                  <a:lumOff val="40000"/>
                </a:schemeClr>
              </a:gs>
            </a:gsLst>
            <a:lin ang="108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05F24B64-9D60-1CCD-6279-D3407AEC2AF9}"/>
              </a:ext>
            </a:extLst>
          </p:cNvPr>
          <p:cNvGrpSpPr/>
          <p:nvPr/>
        </p:nvGrpSpPr>
        <p:grpSpPr>
          <a:xfrm>
            <a:off x="138263" y="1847107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1B28E09-66DC-E598-BF8C-B5937D4AC54C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D306DC5-56D4-D353-62F2-2D933116EB31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4A3F9D1-1C9B-965C-B1B2-6D47E3B4A4E0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B8DB935-1E2C-A842-1DC2-B02DB4CB53B9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C174BD8-8912-B444-5D5D-85BF114ABEAF}"/>
              </a:ext>
            </a:extLst>
          </p:cNvPr>
          <p:cNvGrpSpPr/>
          <p:nvPr/>
        </p:nvGrpSpPr>
        <p:grpSpPr>
          <a:xfrm>
            <a:off x="4609577" y="1847107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D9DF427-C62B-ACFD-7351-7A22E3EBC4F8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80ECA36-0480-1E9D-6932-053F6838D4BD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3E84541-ABA8-76C9-53E0-F8F68F3BD585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8C9A839-7B36-2F91-8F60-11DEC9A19ADC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6696A8C-86FA-6107-3D9D-F6963649E2DC}"/>
              </a:ext>
            </a:extLst>
          </p:cNvPr>
          <p:cNvGrpSpPr/>
          <p:nvPr/>
        </p:nvGrpSpPr>
        <p:grpSpPr>
          <a:xfrm>
            <a:off x="6845233" y="1847107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1D87B99-1DDC-95CE-B709-B9CA2110D1E2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2F28C36-60C2-2C85-7EBD-A7E39D2FF7E2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CB94310-7E80-FD68-C0A4-648D44F0EBAE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94B5F57-84FF-8F55-2114-0D6C0E03EE33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1DA6ABF-07E9-10C4-9499-2BE24E6EED4D}"/>
              </a:ext>
            </a:extLst>
          </p:cNvPr>
          <p:cNvGrpSpPr/>
          <p:nvPr/>
        </p:nvGrpSpPr>
        <p:grpSpPr>
          <a:xfrm rot="16200000">
            <a:off x="8687289" y="3446835"/>
            <a:ext cx="1990849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0AF5E95-0BB4-3BAE-4B98-9FC2FEA159FF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E2294B3-A54D-399A-6A63-B2935C11D2D3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A992792-B519-6C28-9264-01C843E2ADE3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58775120-06E6-1E98-F5D8-772D4E1F57D1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5007BA3D-EF52-9738-3009-5A265E79F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490" y="156270"/>
            <a:ext cx="1690836" cy="1690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78308B16-CEB4-122E-BF6A-C4C1C00AF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9198" y="2925816"/>
            <a:ext cx="1296424" cy="1296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32783A-3346-498C-0AB8-41E738DFD9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3818" y="156270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9ADA20B-0811-21D7-749C-0F80747A48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8161" y="125350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5E134457-A0F6-3310-C7D4-A8FC0CA379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848" y="156270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BB9736F1-900A-2D82-BAA9-D3E7E3F80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652" y="4853716"/>
            <a:ext cx="1425321" cy="1425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6183C816-6655-E001-5B95-136EC08360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662" y="125350"/>
            <a:ext cx="2457538" cy="24575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B5BE5C-EA63-362C-3C93-0A842F5B65B7}"/>
              </a:ext>
            </a:extLst>
          </p:cNvPr>
          <p:cNvSpPr txBox="1"/>
          <p:nvPr/>
        </p:nvSpPr>
        <p:spPr>
          <a:xfrm>
            <a:off x="7437032" y="1373783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고래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6303DB-3DFB-F0F8-B08D-9F00518601D7}"/>
              </a:ext>
            </a:extLst>
          </p:cNvPr>
          <p:cNvSpPr txBox="1"/>
          <p:nvPr/>
        </p:nvSpPr>
        <p:spPr>
          <a:xfrm>
            <a:off x="4982966" y="1373783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바다 거북</a:t>
            </a:r>
            <a:endParaRPr lang="ko-KR" altLang="en-US" sz="2400" dirty="0">
              <a:latin typeface="Cafe24 Ssurround air Light" panose="020F0300000000000000" pitchFamily="50" charset="-127"/>
              <a:ea typeface="Cafe24 Ssurround air Light" panose="020F0300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5B3E2-1A98-0B51-5DD2-20923C609312}"/>
              </a:ext>
            </a:extLst>
          </p:cNvPr>
          <p:cNvSpPr txBox="1"/>
          <p:nvPr/>
        </p:nvSpPr>
        <p:spPr>
          <a:xfrm>
            <a:off x="511148" y="1373783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해마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EB12A7-BE8F-4A11-379E-3CBA252ECEC9}"/>
              </a:ext>
            </a:extLst>
          </p:cNvPr>
          <p:cNvSpPr txBox="1"/>
          <p:nvPr/>
        </p:nvSpPr>
        <p:spPr>
          <a:xfrm>
            <a:off x="2427810" y="2003521"/>
            <a:ext cx="21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생물 구조 열쇠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1A0E0D-F792-282F-727A-156C7E8038B1}"/>
              </a:ext>
            </a:extLst>
          </p:cNvPr>
          <p:cNvSpPr txBox="1"/>
          <p:nvPr/>
        </p:nvSpPr>
        <p:spPr>
          <a:xfrm>
            <a:off x="9703372" y="6329977"/>
            <a:ext cx="21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생물 구조 열쇠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803D54-D058-7826-1617-358387149FF6}"/>
              </a:ext>
            </a:extLst>
          </p:cNvPr>
          <p:cNvSpPr txBox="1"/>
          <p:nvPr/>
        </p:nvSpPr>
        <p:spPr>
          <a:xfrm>
            <a:off x="10580371" y="4273180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판다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CA8CDD-509F-D7BF-F7BA-AD7FF50A61D1}"/>
              </a:ext>
            </a:extLst>
          </p:cNvPr>
          <p:cNvSpPr txBox="1"/>
          <p:nvPr/>
        </p:nvSpPr>
        <p:spPr>
          <a:xfrm>
            <a:off x="9972290" y="2307383"/>
            <a:ext cx="2235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세계 동물 여행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9C5B1C2B-31FF-72B6-5980-F0FEF132C1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V="1">
            <a:off x="7914918" y="2449182"/>
            <a:ext cx="1538942" cy="153894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0AF0A39-00CE-863F-0021-8A13B9DE13E7}"/>
              </a:ext>
            </a:extLst>
          </p:cNvPr>
          <p:cNvSpPr txBox="1"/>
          <p:nvPr/>
        </p:nvSpPr>
        <p:spPr>
          <a:xfrm rot="1275879">
            <a:off x="1697035" y="3134118"/>
            <a:ext cx="43976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0" dirty="0">
                <a:solidFill>
                  <a:srgbClr val="25328F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마블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F54024-E6CE-DCB0-BD14-30F9B9F1EDF1}"/>
              </a:ext>
            </a:extLst>
          </p:cNvPr>
          <p:cNvSpPr txBox="1"/>
          <p:nvPr/>
        </p:nvSpPr>
        <p:spPr>
          <a:xfrm>
            <a:off x="5270454" y="6101249"/>
            <a:ext cx="1894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rgbClr val="25328F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By. </a:t>
            </a:r>
            <a:r>
              <a:rPr lang="ko-KR" altLang="en-US" sz="2400" dirty="0">
                <a:solidFill>
                  <a:srgbClr val="25328F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성용 쌤</a:t>
            </a: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981C5211-4677-EDC4-8C37-92A0098BA1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736751">
            <a:off x="6065233" y="3088849"/>
            <a:ext cx="2446831" cy="2446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820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대각선 방향 모서리 4">
            <a:extLst>
              <a:ext uri="{FF2B5EF4-FFF2-40B4-BE49-F238E27FC236}">
                <a16:creationId xmlns:a16="http://schemas.microsoft.com/office/drawing/2014/main" id="{C2CE6C72-C08B-438B-9B33-00750A799BA6}"/>
              </a:ext>
            </a:extLst>
          </p:cNvPr>
          <p:cNvSpPr/>
          <p:nvPr/>
        </p:nvSpPr>
        <p:spPr>
          <a:xfrm>
            <a:off x="9081890" y="4068497"/>
            <a:ext cx="3110110" cy="2789496"/>
          </a:xfrm>
          <a:prstGeom prst="round2DiagRect">
            <a:avLst>
              <a:gd name="adj1" fmla="val 10788"/>
              <a:gd name="adj2" fmla="val 0"/>
            </a:avLst>
          </a:prstGeom>
          <a:gradFill flip="none" rotWithShape="1">
            <a:gsLst>
              <a:gs pos="100000">
                <a:schemeClr val="bg1"/>
              </a:gs>
              <a:gs pos="63000">
                <a:srgbClr val="7584F2"/>
              </a:gs>
              <a:gs pos="0">
                <a:srgbClr val="10153C"/>
              </a:gs>
            </a:gsLst>
            <a:path path="shape">
              <a:fillToRect l="50000" t="50000" r="50000" b="50000"/>
            </a:path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AADDDE-F4E7-4993-FE61-A1931BFD82CB}"/>
              </a:ext>
            </a:extLst>
          </p:cNvPr>
          <p:cNvSpPr/>
          <p:nvPr/>
        </p:nvSpPr>
        <p:spPr>
          <a:xfrm rot="10800000">
            <a:off x="9344627" y="86804"/>
            <a:ext cx="2847373" cy="1990849"/>
          </a:xfrm>
          <a:prstGeom prst="rect">
            <a:avLst/>
          </a:prstGeom>
          <a:gradFill flip="none" rotWithShape="1">
            <a:gsLst>
              <a:gs pos="90000">
                <a:schemeClr val="accent6">
                  <a:lumMod val="20000"/>
                  <a:lumOff val="80000"/>
                </a:schemeClr>
              </a:gs>
              <a:gs pos="50000">
                <a:srgbClr val="98DC80"/>
              </a:gs>
              <a:gs pos="0">
                <a:srgbClr val="5BC436"/>
              </a:gs>
            </a:gsLst>
            <a:lin ang="162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EA3E98-8228-0D8A-22C4-303149034014}"/>
              </a:ext>
            </a:extLst>
          </p:cNvPr>
          <p:cNvSpPr/>
          <p:nvPr/>
        </p:nvSpPr>
        <p:spPr>
          <a:xfrm rot="16200000">
            <a:off x="-4549" y="4478528"/>
            <a:ext cx="2523284" cy="223565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55000">
                <a:srgbClr val="FFC671"/>
              </a:gs>
            </a:gsLst>
            <a:lin ang="108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5D5CC61-DAB3-CC53-820D-DF8A17197559}"/>
              </a:ext>
            </a:extLst>
          </p:cNvPr>
          <p:cNvSpPr/>
          <p:nvPr/>
        </p:nvSpPr>
        <p:spPr>
          <a:xfrm rot="10800000">
            <a:off x="9344627" y="2077653"/>
            <a:ext cx="2847372" cy="1990849"/>
          </a:xfrm>
          <a:prstGeom prst="rect">
            <a:avLst/>
          </a:prstGeom>
          <a:gradFill flip="none" rotWithShape="1">
            <a:gsLst>
              <a:gs pos="90000">
                <a:schemeClr val="accent6">
                  <a:lumMod val="20000"/>
                  <a:lumOff val="80000"/>
                </a:schemeClr>
              </a:gs>
              <a:gs pos="50000">
                <a:srgbClr val="98DC80"/>
              </a:gs>
              <a:gs pos="0">
                <a:srgbClr val="5BC436"/>
              </a:gs>
            </a:gsLst>
            <a:lin ang="162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5A0BA34-52D3-EC57-1940-0A29E8458C5B}"/>
              </a:ext>
            </a:extLst>
          </p:cNvPr>
          <p:cNvSpPr/>
          <p:nvPr/>
        </p:nvSpPr>
        <p:spPr>
          <a:xfrm rot="16200000">
            <a:off x="2231109" y="4478528"/>
            <a:ext cx="2523282" cy="223565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40000">
                <a:srgbClr val="FFC671"/>
              </a:gs>
            </a:gsLst>
            <a:lin ang="108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0C14B7-9B88-832E-9E56-91C6E9E3630D}"/>
              </a:ext>
            </a:extLst>
          </p:cNvPr>
          <p:cNvSpPr/>
          <p:nvPr/>
        </p:nvSpPr>
        <p:spPr>
          <a:xfrm rot="16200000">
            <a:off x="4466766" y="4478527"/>
            <a:ext cx="2523280" cy="2235655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40000">
                <a:srgbClr val="FFC671"/>
              </a:gs>
            </a:gsLst>
            <a:lin ang="108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AFD7DB6-ED0B-C96B-1638-EAE0FE50C691}"/>
              </a:ext>
            </a:extLst>
          </p:cNvPr>
          <p:cNvSpPr/>
          <p:nvPr/>
        </p:nvSpPr>
        <p:spPr>
          <a:xfrm rot="16200000">
            <a:off x="6702423" y="4478526"/>
            <a:ext cx="2523279" cy="2235655"/>
          </a:xfrm>
          <a:prstGeom prst="rect">
            <a:avLst/>
          </a:prstGeom>
          <a:gradFill>
            <a:gsLst>
              <a:gs pos="90000">
                <a:schemeClr val="bg1"/>
              </a:gs>
              <a:gs pos="49000">
                <a:srgbClr val="FFEBAB"/>
              </a:gs>
              <a:gs pos="0">
                <a:srgbClr val="FFC000"/>
              </a:gs>
            </a:gsLst>
            <a:lin ang="108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116494D-B4CD-388E-719F-63C99C3C62A0}"/>
              </a:ext>
            </a:extLst>
          </p:cNvPr>
          <p:cNvGrpSpPr/>
          <p:nvPr/>
        </p:nvGrpSpPr>
        <p:grpSpPr>
          <a:xfrm>
            <a:off x="139265" y="4334711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C6E610A-5D88-D618-3B3E-6BCE9467ADAF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45D6DC4-0443-F957-F4C4-CF650AF04F7C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E834F39-2834-35DE-D75D-C3D2FB04AA79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D1BF77-82C0-DAE7-7856-DAC7F392EC37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71CBB06D-9B7D-2051-F2B5-567F7BE96306}"/>
              </a:ext>
            </a:extLst>
          </p:cNvPr>
          <p:cNvGrpSpPr/>
          <p:nvPr/>
        </p:nvGrpSpPr>
        <p:grpSpPr>
          <a:xfrm>
            <a:off x="2374922" y="4334711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D224AD8-D0F0-D398-DDDD-B2C61C683859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1437D79-61BA-E35A-9AEC-F2058DB90FA9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CD162DE-7E43-44C1-BC6A-8E39F109024A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5EB4BBE-9672-CEAC-1972-6C0F7A9F6871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DB5FF92-BA4F-7670-CB24-9D416200706D}"/>
              </a:ext>
            </a:extLst>
          </p:cNvPr>
          <p:cNvGrpSpPr/>
          <p:nvPr/>
        </p:nvGrpSpPr>
        <p:grpSpPr>
          <a:xfrm>
            <a:off x="4610579" y="4334711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E5C9545-3B8B-79E7-CAD9-62C4A1EB9148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9BCC650-7DB6-4366-74C6-EF21EF749FB3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F5C7479-D88E-B919-9C3A-32D8D769042D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5798F8B-E2C3-1EA4-AB20-F52729FB954F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0B73927-2DF6-DDD3-243D-380AC8D1601B}"/>
              </a:ext>
            </a:extLst>
          </p:cNvPr>
          <p:cNvGrpSpPr/>
          <p:nvPr/>
        </p:nvGrpSpPr>
        <p:grpSpPr>
          <a:xfrm rot="16200000">
            <a:off x="8687288" y="744134"/>
            <a:ext cx="1990849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6532264-4F55-F96E-BBC0-DF4618539E68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6356FA1-F4BB-C8C6-47F0-8164C57A32FA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D79DCE8B-5E7C-4CEB-87FC-59C45AC21ABA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43213704-17CE-AAFA-9709-D142A471CD8E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BF924FF-7A11-293A-F265-A7224C4A3093}"/>
              </a:ext>
            </a:extLst>
          </p:cNvPr>
          <p:cNvGrpSpPr/>
          <p:nvPr/>
        </p:nvGrpSpPr>
        <p:grpSpPr>
          <a:xfrm rot="16200000">
            <a:off x="8687288" y="2734985"/>
            <a:ext cx="1990849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3425D4F-CD0B-EC35-6AE7-FE4F8C3C6FBE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5ED0246-494D-69F2-BC3B-752597F21DD3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5B463A4D-1F54-27A1-E781-D9D71EFC461C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3FC9D4D-75DE-3FB1-F69A-4622561B590F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AD8EF439-30C0-CAD5-BA61-113784B66B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165" y="5125907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D555520-16DB-BF38-0145-7291712A1A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508" y="5125906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FDAE48F5-8DDD-13E0-2D88-00E721BB7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53" y="5125906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E4E6E832-E858-AAB0-795B-417C60150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761" y="2210182"/>
            <a:ext cx="1347148" cy="1347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2C53DE5C-6ED7-3279-1CAE-A392A88BA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2761" y="219334"/>
            <a:ext cx="1347148" cy="1347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7EEE61A4-ACB6-9C12-6370-75ADBC4CDC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8644" y="4478888"/>
            <a:ext cx="1690836" cy="1690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595CEF12-C0E2-F676-6793-6254BFFB73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5823" y="4310989"/>
            <a:ext cx="2304086" cy="2304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33A5BC-BD2F-351E-CA4C-039F5651BC41}"/>
              </a:ext>
            </a:extLst>
          </p:cNvPr>
          <p:cNvSpPr txBox="1"/>
          <p:nvPr/>
        </p:nvSpPr>
        <p:spPr>
          <a:xfrm>
            <a:off x="10580371" y="3606831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호랑이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858B46-15B0-31F2-AD4D-87AF7084AAD7}"/>
              </a:ext>
            </a:extLst>
          </p:cNvPr>
          <p:cNvSpPr txBox="1"/>
          <p:nvPr/>
        </p:nvSpPr>
        <p:spPr>
          <a:xfrm>
            <a:off x="10580371" y="1591531"/>
            <a:ext cx="1052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독수리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939FF0-8C0C-9422-75A2-2DBFD47A0467}"/>
              </a:ext>
            </a:extLst>
          </p:cNvPr>
          <p:cNvSpPr txBox="1"/>
          <p:nvPr/>
        </p:nvSpPr>
        <p:spPr>
          <a:xfrm>
            <a:off x="6899122" y="6329977"/>
            <a:ext cx="21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생물 구조 열쇠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3E911B-55B3-4B25-B33D-01CD1EC3AB58}"/>
              </a:ext>
            </a:extLst>
          </p:cNvPr>
          <p:cNvSpPr txBox="1"/>
          <p:nvPr/>
        </p:nvSpPr>
        <p:spPr>
          <a:xfrm>
            <a:off x="512487" y="6396335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얼룩말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26B22D-7D92-7B05-5911-60DF9031BD45}"/>
              </a:ext>
            </a:extLst>
          </p:cNvPr>
          <p:cNvSpPr txBox="1"/>
          <p:nvPr/>
        </p:nvSpPr>
        <p:spPr>
          <a:xfrm>
            <a:off x="2746971" y="6396335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하마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E9EE35-7482-6219-C601-E55CA433383E}"/>
              </a:ext>
            </a:extLst>
          </p:cNvPr>
          <p:cNvSpPr txBox="1"/>
          <p:nvPr/>
        </p:nvSpPr>
        <p:spPr>
          <a:xfrm>
            <a:off x="4983427" y="6396335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하이에나</a:t>
            </a: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DB89F7C3-C660-0F87-5449-B3B7AA66B3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3569" y="5883862"/>
            <a:ext cx="974138" cy="974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3" name="그림 62">
            <a:extLst>
              <a:ext uri="{FF2B5EF4-FFF2-40B4-BE49-F238E27FC236}">
                <a16:creationId xmlns:a16="http://schemas.microsoft.com/office/drawing/2014/main" id="{817764E3-61D6-5C4D-F724-B617CD7F40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 flipV="1">
            <a:off x="7881034" y="2930469"/>
            <a:ext cx="1538942" cy="1538942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507AA5A8-22CB-49F4-BF68-E78A5548CF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811121" y="-2738486"/>
            <a:ext cx="5622242" cy="562224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227B2D01-2FD7-16EA-3653-3E2CF8005A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406744">
            <a:off x="6222801" y="60603"/>
            <a:ext cx="2572461" cy="2572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D1A67F5-73EE-ED8A-0C01-2AA854FC285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59049" y="1607937"/>
            <a:ext cx="2551637" cy="25516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075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>
            <a:extLst>
              <a:ext uri="{FF2B5EF4-FFF2-40B4-BE49-F238E27FC236}">
                <a16:creationId xmlns:a16="http://schemas.microsoft.com/office/drawing/2014/main" id="{1ED10977-8F64-459E-F1D9-E6BF4327A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728" y="716901"/>
            <a:ext cx="3273808" cy="32738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사각형: 둥근 대각선 방향 모서리 4">
            <a:extLst>
              <a:ext uri="{FF2B5EF4-FFF2-40B4-BE49-F238E27FC236}">
                <a16:creationId xmlns:a16="http://schemas.microsoft.com/office/drawing/2014/main" id="{C2CE6C72-C08B-438B-9B33-00750A799BA6}"/>
              </a:ext>
            </a:extLst>
          </p:cNvPr>
          <p:cNvSpPr/>
          <p:nvPr/>
        </p:nvSpPr>
        <p:spPr>
          <a:xfrm>
            <a:off x="0" y="4068497"/>
            <a:ext cx="3110110" cy="2789496"/>
          </a:xfrm>
          <a:prstGeom prst="round2DiagRect">
            <a:avLst>
              <a:gd name="adj1" fmla="val 0"/>
              <a:gd name="adj2" fmla="val 7054"/>
            </a:avLst>
          </a:prstGeom>
          <a:gradFill>
            <a:gsLst>
              <a:gs pos="50000">
                <a:schemeClr val="bg1"/>
              </a:gs>
              <a:gs pos="100000">
                <a:schemeClr val="bg1"/>
              </a:gs>
              <a:gs pos="0">
                <a:schemeClr val="accent2">
                  <a:lumMod val="20000"/>
                  <a:lumOff val="80000"/>
                </a:schemeClr>
              </a:gs>
            </a:gsLst>
            <a:lin ang="5400000" scaled="1"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2AADDDE-F4E7-4993-FE61-A1931BFD82CB}"/>
              </a:ext>
            </a:extLst>
          </p:cNvPr>
          <p:cNvSpPr/>
          <p:nvPr/>
        </p:nvSpPr>
        <p:spPr>
          <a:xfrm rot="10800000">
            <a:off x="0" y="75229"/>
            <a:ext cx="2847373" cy="1990849"/>
          </a:xfrm>
          <a:prstGeom prst="rect">
            <a:avLst/>
          </a:prstGeom>
          <a:gradFill flip="none" rotWithShape="1">
            <a:gsLst>
              <a:gs pos="89000">
                <a:schemeClr val="bg1"/>
              </a:gs>
              <a:gs pos="49000">
                <a:srgbClr val="FFEBAB"/>
              </a:gs>
              <a:gs pos="0">
                <a:srgbClr val="FFC000"/>
              </a:gs>
            </a:gsLst>
            <a:lin ang="162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EA3E98-8228-0D8A-22C4-303149034014}"/>
              </a:ext>
            </a:extLst>
          </p:cNvPr>
          <p:cNvSpPr/>
          <p:nvPr/>
        </p:nvSpPr>
        <p:spPr>
          <a:xfrm rot="16200000">
            <a:off x="2966297" y="4478528"/>
            <a:ext cx="2523284" cy="223565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40000">
                <a:srgbClr val="FFC671"/>
              </a:gs>
            </a:gsLst>
            <a:lin ang="108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5D5CC61-DAB3-CC53-820D-DF8A17197559}"/>
              </a:ext>
            </a:extLst>
          </p:cNvPr>
          <p:cNvSpPr/>
          <p:nvPr/>
        </p:nvSpPr>
        <p:spPr>
          <a:xfrm rot="10800000">
            <a:off x="0" y="2066078"/>
            <a:ext cx="2847372" cy="1990849"/>
          </a:xfrm>
          <a:prstGeom prst="rect">
            <a:avLst/>
          </a:prstGeom>
          <a:gradFill flip="none" rotWithShape="1">
            <a:gsLst>
              <a:gs pos="90000">
                <a:schemeClr val="accent1">
                  <a:lumMod val="5000"/>
                  <a:lumOff val="95000"/>
                </a:schemeClr>
              </a:gs>
              <a:gs pos="50000">
                <a:srgbClr val="DADFFA"/>
              </a:gs>
              <a:gs pos="0">
                <a:schemeClr val="accent1">
                  <a:lumMod val="45000"/>
                  <a:lumOff val="55000"/>
                </a:schemeClr>
              </a:gs>
              <a:gs pos="0">
                <a:srgbClr val="BEC8F7"/>
              </a:gs>
            </a:gsLst>
            <a:lin ang="162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5A0BA34-52D3-EC57-1940-0A29E8458C5B}"/>
              </a:ext>
            </a:extLst>
          </p:cNvPr>
          <p:cNvSpPr/>
          <p:nvPr/>
        </p:nvSpPr>
        <p:spPr>
          <a:xfrm rot="16200000">
            <a:off x="5201955" y="4478528"/>
            <a:ext cx="2523282" cy="2235655"/>
          </a:xfrm>
          <a:prstGeom prst="rect">
            <a:avLst/>
          </a:prstGeom>
          <a:gradFill flip="none" rotWithShape="1">
            <a:gsLst>
              <a:gs pos="90000">
                <a:schemeClr val="bg1"/>
              </a:gs>
              <a:gs pos="50000">
                <a:srgbClr val="FFEBAB"/>
              </a:gs>
              <a:gs pos="0">
                <a:srgbClr val="FFC000"/>
              </a:gs>
            </a:gsLst>
            <a:lin ang="108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0C14B7-9B88-832E-9E56-91C6E9E3630D}"/>
              </a:ext>
            </a:extLst>
          </p:cNvPr>
          <p:cNvSpPr/>
          <p:nvPr/>
        </p:nvSpPr>
        <p:spPr>
          <a:xfrm rot="16200000">
            <a:off x="7437612" y="4478527"/>
            <a:ext cx="2523280" cy="223565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40000">
                <a:srgbClr val="FFC671"/>
              </a:gs>
            </a:gsLst>
            <a:lin ang="108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AFD7DB6-ED0B-C96B-1638-EAE0FE50C691}"/>
              </a:ext>
            </a:extLst>
          </p:cNvPr>
          <p:cNvSpPr/>
          <p:nvPr/>
        </p:nvSpPr>
        <p:spPr>
          <a:xfrm rot="16200000">
            <a:off x="9673269" y="4478526"/>
            <a:ext cx="2523279" cy="2235655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40000">
                <a:srgbClr val="FFC671"/>
              </a:gs>
            </a:gsLst>
            <a:lin ang="10800000" scaled="1"/>
            <a:tileRect/>
          </a:gra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4B7FAB7-B358-7668-2171-C118753A3A31}"/>
              </a:ext>
            </a:extLst>
          </p:cNvPr>
          <p:cNvGrpSpPr/>
          <p:nvPr/>
        </p:nvGrpSpPr>
        <p:grpSpPr>
          <a:xfrm>
            <a:off x="3109777" y="4334712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2D7D3C1-E841-7180-5691-B4DB9483587A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8CBEF7A-7B07-E8A5-E661-7A785A6F1BE6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4B261ADF-FF10-A959-EA02-EBA8FCD0AABB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B57102D-0441-6DF4-57C8-DC7284390E6A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A3BCDEA-E5D7-4785-68EE-FB444A968874}"/>
              </a:ext>
            </a:extLst>
          </p:cNvPr>
          <p:cNvGrpSpPr/>
          <p:nvPr/>
        </p:nvGrpSpPr>
        <p:grpSpPr>
          <a:xfrm>
            <a:off x="7581091" y="4334712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9256B28-CB3B-EE5C-2864-6F46F8183B78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44C99E9-EEED-7FCF-F63D-72C032E1B359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93E1602-FC92-41E7-BFA5-5F13B617BE1F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B459376-B3BF-0517-2486-823F57728AD2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2723C22-2A5C-C325-2B8D-1BF0F14D0BF3}"/>
              </a:ext>
            </a:extLst>
          </p:cNvPr>
          <p:cNvGrpSpPr/>
          <p:nvPr/>
        </p:nvGrpSpPr>
        <p:grpSpPr>
          <a:xfrm>
            <a:off x="9816747" y="4334712"/>
            <a:ext cx="2236324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E5CB290-851C-DB40-978C-D0F1EB2FDED1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2C38E43-ACBE-348D-8AFF-570AF8E7F7EA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4BD6F4C-309D-58FA-F59F-5D0468F3F342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4F8A55C-FE8B-2A23-036C-C844A1FCBFD4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FCC1C71-2CB6-59B0-B079-6A17951AF861}"/>
              </a:ext>
            </a:extLst>
          </p:cNvPr>
          <p:cNvGrpSpPr/>
          <p:nvPr/>
        </p:nvGrpSpPr>
        <p:grpSpPr>
          <a:xfrm rot="16200000">
            <a:off x="1513862" y="2725157"/>
            <a:ext cx="1990849" cy="676172"/>
            <a:chOff x="3274709" y="3169916"/>
            <a:chExt cx="2236324" cy="676172"/>
          </a:xfrm>
          <a:solidFill>
            <a:schemeClr val="bg1"/>
          </a:solidFill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B301F97-0D91-F110-6B1A-325DAF371896}"/>
                </a:ext>
              </a:extLst>
            </p:cNvPr>
            <p:cNvSpPr/>
            <p:nvPr/>
          </p:nvSpPr>
          <p:spPr>
            <a:xfrm rot="16200000">
              <a:off x="4054452" y="2390176"/>
              <a:ext cx="676169" cy="2235655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9DD6D629-410B-F923-AA24-F7CEE4CF67EC}"/>
                </a:ext>
              </a:extLst>
            </p:cNvPr>
            <p:cNvSpPr/>
            <p:nvPr/>
          </p:nvSpPr>
          <p:spPr>
            <a:xfrm rot="16200000">
              <a:off x="3309680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347D04E-5169-7575-0586-2DCBAAAF55C6}"/>
                </a:ext>
              </a:extLst>
            </p:cNvPr>
            <p:cNvSpPr/>
            <p:nvPr/>
          </p:nvSpPr>
          <p:spPr>
            <a:xfrm rot="16200000">
              <a:off x="4054451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5F5730B-23C5-59FD-5CC4-C2ABAD62F0EF}"/>
                </a:ext>
              </a:extLst>
            </p:cNvPr>
            <p:cNvSpPr/>
            <p:nvPr/>
          </p:nvSpPr>
          <p:spPr>
            <a:xfrm rot="16200000">
              <a:off x="4799893" y="3134945"/>
              <a:ext cx="676169" cy="746111"/>
            </a:xfrm>
            <a:prstGeom prst="rect">
              <a:avLst/>
            </a:prstGeom>
            <a:grpFill/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808793A2-47B1-9B02-AEE1-11979F34C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500" y="5113068"/>
            <a:ext cx="1238481" cy="12384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ECE7F496-EAA8-1E3B-527A-43F7BF524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9844" y="5113069"/>
            <a:ext cx="1238482" cy="1238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0BB8ACA-6C57-516D-99F7-228EFF94B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965" y="5065465"/>
            <a:ext cx="1291539" cy="12915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C7EB083-DD5C-A4AE-0142-17F33DC667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226" y="2157198"/>
            <a:ext cx="1446747" cy="14467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EF8DBAE0-1E4B-5AE1-921E-97DD3D6793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1045" y="4543544"/>
            <a:ext cx="1690836" cy="1690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C2293653-455D-B897-DB24-D9DD4CCE0EB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025" y="158356"/>
            <a:ext cx="1425321" cy="14253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530AC1D9-BC71-B242-AA13-BBB01FAE3B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494" y="4116925"/>
            <a:ext cx="2451244" cy="24512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6A3C02-6278-30D6-BB7B-0EEE4E0AF1A6}"/>
              </a:ext>
            </a:extLst>
          </p:cNvPr>
          <p:cNvSpPr txBox="1"/>
          <p:nvPr/>
        </p:nvSpPr>
        <p:spPr>
          <a:xfrm>
            <a:off x="5398656" y="6329977"/>
            <a:ext cx="21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생물 구조 열쇠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DE1237-9D24-2763-72BE-7B76185E61A9}"/>
              </a:ext>
            </a:extLst>
          </p:cNvPr>
          <p:cNvSpPr txBox="1"/>
          <p:nvPr/>
        </p:nvSpPr>
        <p:spPr>
          <a:xfrm>
            <a:off x="379405" y="1598628"/>
            <a:ext cx="21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생물 구조 열쇠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5A9BAC-ADBA-C295-14C5-BA2068409C8C}"/>
              </a:ext>
            </a:extLst>
          </p:cNvPr>
          <p:cNvSpPr txBox="1"/>
          <p:nvPr/>
        </p:nvSpPr>
        <p:spPr>
          <a:xfrm>
            <a:off x="3483165" y="6377616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사자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5F2942-FEE1-EC9C-44A0-43C577217C86}"/>
              </a:ext>
            </a:extLst>
          </p:cNvPr>
          <p:cNvSpPr txBox="1"/>
          <p:nvPr/>
        </p:nvSpPr>
        <p:spPr>
          <a:xfrm>
            <a:off x="7954479" y="6377616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코끼리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389350-28DF-757B-5186-C7093A972EF0}"/>
              </a:ext>
            </a:extLst>
          </p:cNvPr>
          <p:cNvSpPr txBox="1"/>
          <p:nvPr/>
        </p:nvSpPr>
        <p:spPr>
          <a:xfrm>
            <a:off x="487176" y="6351549"/>
            <a:ext cx="21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생물 보호 구역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0EA944E-5959-971F-0B6F-A91AF8E1D7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84121" y="4177882"/>
            <a:ext cx="742827" cy="74282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D4E9C86-4087-97E7-7894-4C299C433E0F}"/>
              </a:ext>
            </a:extLst>
          </p:cNvPr>
          <p:cNvSpPr txBox="1"/>
          <p:nvPr/>
        </p:nvSpPr>
        <p:spPr>
          <a:xfrm>
            <a:off x="10189633" y="6377616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기린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10B33C-4500-CA6A-5D20-346CF9AC9E68}"/>
              </a:ext>
            </a:extLst>
          </p:cNvPr>
          <p:cNvSpPr txBox="1"/>
          <p:nvPr/>
        </p:nvSpPr>
        <p:spPr>
          <a:xfrm>
            <a:off x="340660" y="3574041"/>
            <a:ext cx="148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Cafe24 Ssurround air Light" panose="020F0300000000000000" pitchFamily="50" charset="-127"/>
                <a:ea typeface="Cafe24 Ssurround air Light" panose="020F0300000000000000" pitchFamily="50" charset="-127"/>
              </a:rPr>
              <a:t>펭귄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BBDC89CE-DF2A-7566-C494-B64A1C2CBD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 flipV="1">
            <a:off x="2798307" y="2858290"/>
            <a:ext cx="1538942" cy="1538942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A93C716A-522F-D404-8DAF-C8E2B89FA7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0879" y="-2735892"/>
            <a:ext cx="5622242" cy="5622242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629C6C60-3A1C-3533-A49A-A709AC22C5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61654" y="1583677"/>
            <a:ext cx="2382705" cy="23827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377DEC0A-CB7E-6410-EAD0-73AB4044C80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0128331">
            <a:off x="6323042" y="1754900"/>
            <a:ext cx="1037032" cy="103703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17029DF9-7900-A991-3C39-6DF032E218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420295">
            <a:off x="7794589" y="270850"/>
            <a:ext cx="1133225" cy="1133225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D593DE49-8B7C-004E-B8D9-E687730D43F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0128331">
            <a:off x="6373264" y="327145"/>
            <a:ext cx="1039038" cy="103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A5EE1C7-400C-E24A-BCC9-14B49B23550B}"/>
              </a:ext>
            </a:extLst>
          </p:cNvPr>
          <p:cNvSpPr/>
          <p:nvPr/>
        </p:nvSpPr>
        <p:spPr>
          <a:xfrm>
            <a:off x="169334" y="169334"/>
            <a:ext cx="11853333" cy="651933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59DC2E-2BB3-A1DB-0AFA-F9D027F1B5F4}"/>
              </a:ext>
            </a:extLst>
          </p:cNvPr>
          <p:cNvSpPr txBox="1"/>
          <p:nvPr/>
        </p:nvSpPr>
        <p:spPr>
          <a:xfrm>
            <a:off x="4704735" y="203539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67320B-7CAB-F3C6-3E92-FF6D981E7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496" y="1408333"/>
            <a:ext cx="2989006" cy="29890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C08B162-8986-AF40-17F8-E8BCD498E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05" y="3940417"/>
            <a:ext cx="2861187" cy="286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652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12E956-941A-6CF5-A85C-FF3910116EDF}"/>
              </a:ext>
            </a:extLst>
          </p:cNvPr>
          <p:cNvSpPr txBox="1"/>
          <p:nvPr/>
        </p:nvSpPr>
        <p:spPr>
          <a:xfrm>
            <a:off x="3547504" y="175897"/>
            <a:ext cx="50969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 규칙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E12811-6E59-B76A-6B87-E6940EEFE7EC}"/>
              </a:ext>
            </a:extLst>
          </p:cNvPr>
          <p:cNvSpPr/>
          <p:nvPr/>
        </p:nvSpPr>
        <p:spPr>
          <a:xfrm>
            <a:off x="169334" y="169334"/>
            <a:ext cx="11853333" cy="651933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BEFAE-985A-48BC-F01D-A8073E4EBBE9}"/>
              </a:ext>
            </a:extLst>
          </p:cNvPr>
          <p:cNvSpPr txBox="1"/>
          <p:nvPr/>
        </p:nvSpPr>
        <p:spPr>
          <a:xfrm>
            <a:off x="448704" y="1020246"/>
            <a:ext cx="1085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1.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모둠 별로 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25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개의 코인이 들어있는 주머니와 동물원 건물 자석을 받는다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  <a:endParaRPr lang="ko-KR" altLang="en-US" sz="28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1D6D9-267F-6866-DEB4-75BD525EB7A6}"/>
              </a:ext>
            </a:extLst>
          </p:cNvPr>
          <p:cNvSpPr txBox="1"/>
          <p:nvPr/>
        </p:nvSpPr>
        <p:spPr>
          <a:xfrm>
            <a:off x="448704" y="1553545"/>
            <a:ext cx="10859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2.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모둠 순서를 정하고 주사위를 던져 나온 숫자 만큼 이동한다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CAB090-8DA7-AEFF-ABAA-5D9260EE9AAE}"/>
              </a:ext>
            </a:extLst>
          </p:cNvPr>
          <p:cNvSpPr txBox="1"/>
          <p:nvPr/>
        </p:nvSpPr>
        <p:spPr>
          <a:xfrm>
            <a:off x="448704" y="2086844"/>
            <a:ext cx="11228522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3.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해당하는 동물의 미션을 수행한다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 (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책을 보지 않고 제한 시간 안에 답을 대답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)</a:t>
            </a:r>
          </a:p>
          <a:p>
            <a:pPr marL="457200" indent="-457200">
              <a:buFontTx/>
              <a:buChar char="-"/>
            </a:pP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동물 미션 수행에 </a:t>
            </a:r>
            <a:r>
              <a:rPr lang="ko-KR" altLang="en-US" sz="2200" dirty="0">
                <a:solidFill>
                  <a:srgbClr val="1588F7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성공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할 경우 기본 설치 요금인 </a:t>
            </a:r>
            <a:r>
              <a:rPr lang="ko-KR" altLang="en-US" sz="2200" dirty="0">
                <a:solidFill>
                  <a:srgbClr val="1588F7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 두 개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로 동물원을 설치할 수 있음</a:t>
            </a:r>
            <a:endParaRPr lang="en-US" altLang="ko-KR" sz="22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marL="457200" indent="-457200">
              <a:buFontTx/>
              <a:buChar char="-"/>
            </a:pP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동물 미션 수행에 </a:t>
            </a:r>
            <a:r>
              <a:rPr lang="ko-KR" altLang="en-US" sz="22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실패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할 경우 동물원을 설치하기 위해선 </a:t>
            </a:r>
            <a:r>
              <a:rPr lang="ko-KR" altLang="en-US" sz="2200" u="sng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해당 지역의 세금을 더 내야 함</a:t>
            </a:r>
            <a:endParaRPr lang="en-US" altLang="ko-KR" sz="2200" u="sng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		Ex.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초원 지역의 하이에나 미션에 실패하면 동물원을 설치하기 위해 </a:t>
            </a:r>
            <a:endParaRPr lang="en-US" altLang="ko-KR" sz="22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  		    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기본 설치비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(2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) + </a:t>
            </a:r>
            <a:r>
              <a:rPr lang="ko-KR" altLang="en-US" sz="22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지역 세금 </a:t>
            </a:r>
            <a:r>
              <a:rPr lang="en-US" altLang="ko-KR" sz="22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(1 </a:t>
            </a:r>
            <a:r>
              <a:rPr lang="ko-KR" altLang="en-US" sz="22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</a:t>
            </a:r>
            <a:r>
              <a:rPr lang="en-US" altLang="ko-KR" sz="22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) = 3 </a:t>
            </a:r>
            <a:r>
              <a:rPr lang="ko-KR" altLang="en-US" sz="22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이 필요함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8889F6-C516-A636-DF1E-BAFD2ED74E52}"/>
              </a:ext>
            </a:extLst>
          </p:cNvPr>
          <p:cNvSpPr txBox="1"/>
          <p:nvPr/>
        </p:nvSpPr>
        <p:spPr>
          <a:xfrm>
            <a:off x="448704" y="3943880"/>
            <a:ext cx="1239353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4.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만약 다른 팀이 자신들이 설치한 동물원에 오면 미션을 수행 후 관람비를 받는다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marL="342900" indent="-342900">
              <a:buFontTx/>
              <a:buChar char="-"/>
            </a:pP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미션 실패 시 </a:t>
            </a:r>
            <a:r>
              <a:rPr lang="ko-KR" altLang="en-US" sz="22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관람비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지역 세금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(~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)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+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기본 설치비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(2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) +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동물 유지비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(2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)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en-US" altLang="ko-KR" sz="22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미션 성공 시 </a:t>
            </a:r>
            <a:r>
              <a:rPr lang="ko-KR" altLang="en-US" sz="22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관람비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지역 세금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(~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) +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동물 유지비 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(2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코인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)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en-US" altLang="ko-KR" sz="22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미션을 성공하고 </a:t>
            </a:r>
            <a:r>
              <a:rPr lang="ko-KR" altLang="en-US" sz="2200" dirty="0">
                <a:solidFill>
                  <a:srgbClr val="00B05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관람비의 </a:t>
            </a:r>
            <a:r>
              <a:rPr lang="en-US" altLang="ko-KR" sz="2200" dirty="0">
                <a:solidFill>
                  <a:srgbClr val="00B05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2</a:t>
            </a:r>
            <a:r>
              <a:rPr lang="ko-KR" altLang="en-US" sz="2200" dirty="0">
                <a:solidFill>
                  <a:srgbClr val="00B05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배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를 내면 </a:t>
            </a:r>
            <a:r>
              <a:rPr lang="ko-KR" altLang="en-US" sz="2200" dirty="0">
                <a:solidFill>
                  <a:srgbClr val="00B05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인수 </a:t>
            </a:r>
            <a:r>
              <a:rPr lang="en-US" altLang="ko-KR" sz="2200" dirty="0">
                <a:solidFill>
                  <a:srgbClr val="00B05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+ </a:t>
            </a:r>
            <a:r>
              <a:rPr lang="ko-KR" altLang="en-US" sz="2200" dirty="0">
                <a:solidFill>
                  <a:srgbClr val="00B05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업그레이드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를</a:t>
            </a:r>
            <a:r>
              <a:rPr lang="ko-KR" altLang="en-US" sz="2200" dirty="0">
                <a:solidFill>
                  <a:srgbClr val="00B05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할 수 있음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 (</a:t>
            </a:r>
            <a:r>
              <a:rPr lang="ko-KR" altLang="en-US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무적이 된 동물원은 인수 불가</a:t>
            </a:r>
            <a:r>
              <a:rPr lang="en-US" altLang="ko-KR" sz="22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)</a:t>
            </a:r>
            <a:endParaRPr lang="ko-KR" altLang="en-US" sz="22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190CC3A-AE85-0CDE-4BDF-DDD7E9363AB0}"/>
              </a:ext>
            </a:extLst>
          </p:cNvPr>
          <p:cNvCxnSpPr/>
          <p:nvPr/>
        </p:nvCxnSpPr>
        <p:spPr>
          <a:xfrm>
            <a:off x="1036320" y="918402"/>
            <a:ext cx="10322560" cy="0"/>
          </a:xfrm>
          <a:prstGeom prst="line">
            <a:avLst/>
          </a:prstGeom>
          <a:ln w="571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E9B21D-A0AC-199F-9F85-020540CABA97}"/>
                  </a:ext>
                </a:extLst>
              </p:cNvPr>
              <p:cNvSpPr txBox="1"/>
              <p:nvPr/>
            </p:nvSpPr>
            <p:spPr>
              <a:xfrm>
                <a:off x="448704" y="5494238"/>
                <a:ext cx="120176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8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5. </a:t>
                </a:r>
                <a:r>
                  <a:rPr lang="ko-KR" altLang="en-US" sz="28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만약 자신들이 설치한 동물원에 오게 되면 업그레이드를 할 수 있다</a:t>
                </a:r>
                <a:r>
                  <a:rPr lang="en-US" altLang="ko-KR" sz="28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.</a:t>
                </a:r>
              </a:p>
              <a:p>
                <a:pPr marL="342900" indent="-342900">
                  <a:buFontTx/>
                  <a:buChar char="-"/>
                </a:pPr>
                <a:r>
                  <a:rPr lang="ko-KR" altLang="en-US" sz="2200" dirty="0">
                    <a:solidFill>
                      <a:srgbClr val="FF0000"/>
                    </a:solidFill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업그레이드 시 관광객에게 최대 </a:t>
                </a:r>
                <a:r>
                  <a:rPr lang="ko-KR" altLang="en-US" sz="2200" dirty="0" err="1">
                    <a:solidFill>
                      <a:srgbClr val="FF0000"/>
                    </a:solidFill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관람비</a:t>
                </a:r>
                <a14:m>
                  <m:oMath xmlns:m="http://schemas.openxmlformats.org/officeDocument/2006/math">
                    <m:r>
                      <a:rPr lang="en-US" altLang="ko-KR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ko-KR" sz="2200" dirty="0">
                    <a:solidFill>
                      <a:srgbClr val="FF0000"/>
                    </a:solidFill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2 </a:t>
                </a:r>
                <a:r>
                  <a:rPr lang="ko-KR" altLang="en-US" sz="2200" dirty="0">
                    <a:solidFill>
                      <a:srgbClr val="FF0000"/>
                    </a:solidFill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로 부과할 수 있음</a:t>
                </a:r>
                <a:r>
                  <a:rPr lang="en-US" altLang="ko-KR" sz="2200" dirty="0">
                    <a:solidFill>
                      <a:srgbClr val="FF0000"/>
                    </a:solidFill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.</a:t>
                </a:r>
              </a:p>
              <a:p>
                <a:pPr marL="342900" indent="-342900">
                  <a:buFontTx/>
                  <a:buChar char="-"/>
                </a:pPr>
                <a:r>
                  <a:rPr lang="en-US" altLang="ko-KR" sz="2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3 </a:t>
                </a:r>
                <a:r>
                  <a:rPr lang="ko-KR" altLang="en-US" sz="2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번째 업그레이드를 하게 되면 다른 팀에게 동물원을 절대로 빼앗기지 않는 </a:t>
                </a:r>
                <a:r>
                  <a:rPr lang="ko-KR" altLang="en-US" sz="2200" dirty="0">
                    <a:solidFill>
                      <a:srgbClr val="7030A0"/>
                    </a:solidFill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무적</a:t>
                </a:r>
                <a:r>
                  <a:rPr lang="ko-KR" altLang="en-US" sz="2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이 됨</a:t>
                </a:r>
                <a:r>
                  <a:rPr lang="en-US" altLang="ko-KR" sz="2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.</a:t>
                </a:r>
                <a:endParaRPr lang="ko-KR" altLang="en-US" sz="2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E9B21D-A0AC-199F-9F85-020540CABA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04" y="5494238"/>
                <a:ext cx="12017616" cy="1200329"/>
              </a:xfrm>
              <a:prstGeom prst="rect">
                <a:avLst/>
              </a:prstGeom>
              <a:blipFill>
                <a:blip r:embed="rId2"/>
                <a:stretch>
                  <a:fillRect l="-1065" t="-5076" b="-96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318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5374-4FFC-FDFB-26B2-040458080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B4958471-3D9D-9A71-CA03-F7D6EA73B328}"/>
              </a:ext>
            </a:extLst>
          </p:cNvPr>
          <p:cNvGrpSpPr/>
          <p:nvPr/>
        </p:nvGrpSpPr>
        <p:grpSpPr>
          <a:xfrm>
            <a:off x="1890165" y="5198156"/>
            <a:ext cx="1489880" cy="1402474"/>
            <a:chOff x="7626650" y="1398324"/>
            <a:chExt cx="1489880" cy="1402474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27447119-0E2D-D093-F8EF-D3CE4E371611}"/>
                </a:ext>
              </a:extLst>
            </p:cNvPr>
            <p:cNvGrpSpPr/>
            <p:nvPr/>
          </p:nvGrpSpPr>
          <p:grpSpPr>
            <a:xfrm>
              <a:off x="7736514" y="1398324"/>
              <a:ext cx="1262164" cy="1402474"/>
              <a:chOff x="7666012" y="1398323"/>
              <a:chExt cx="1262164" cy="1402474"/>
            </a:xfrm>
          </p:grpSpPr>
          <p:sp>
            <p:nvSpPr>
              <p:cNvPr id="138" name="직사각형 13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264B3CBB-3423-B32B-0606-35CE6BAF4585}"/>
                  </a:ext>
                </a:extLst>
              </p:cNvPr>
              <p:cNvSpPr/>
              <p:nvPr/>
            </p:nvSpPr>
            <p:spPr>
              <a:xfrm rot="16200000">
                <a:off x="7595857" y="1468478"/>
                <a:ext cx="1402474" cy="1262164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40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9" name="그림 138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AEA69B3A-1A98-AFC9-84E8-DE29EFE4D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1152" y="1547770"/>
                <a:ext cx="811884" cy="81188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5A843C33-8DCC-2466-5F38-2B26189804A5}"/>
                </a:ext>
              </a:extLst>
            </p:cNvPr>
            <p:cNvSpPr txBox="1"/>
            <p:nvPr/>
          </p:nvSpPr>
          <p:spPr>
            <a:xfrm>
              <a:off x="7626650" y="2382241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사자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307FFD3-99DD-8F8D-D26A-4709255BF5B5}"/>
              </a:ext>
            </a:extLst>
          </p:cNvPr>
          <p:cNvSpPr txBox="1"/>
          <p:nvPr/>
        </p:nvSpPr>
        <p:spPr>
          <a:xfrm>
            <a:off x="4270528" y="2880512"/>
            <a:ext cx="36509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26E70-D887-4B77-E280-D73D1320D176}"/>
              </a:ext>
            </a:extLst>
          </p:cNvPr>
          <p:cNvSpPr txBox="1"/>
          <p:nvPr/>
        </p:nvSpPr>
        <p:spPr>
          <a:xfrm>
            <a:off x="5306299" y="1817094"/>
            <a:ext cx="1538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[ 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바다 </a:t>
            </a:r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]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C3E16CB-8827-4C45-B713-472FEB4609F4}"/>
              </a:ext>
            </a:extLst>
          </p:cNvPr>
          <p:cNvSpPr txBox="1"/>
          <p:nvPr/>
        </p:nvSpPr>
        <p:spPr>
          <a:xfrm>
            <a:off x="9083726" y="3024598"/>
            <a:ext cx="1538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[ 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삼림 </a:t>
            </a:r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]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BAD2B37-69E3-E4F7-2462-29471E9B06CD}"/>
              </a:ext>
            </a:extLst>
          </p:cNvPr>
          <p:cNvSpPr txBox="1"/>
          <p:nvPr/>
        </p:nvSpPr>
        <p:spPr>
          <a:xfrm>
            <a:off x="5291696" y="4600093"/>
            <a:ext cx="1538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[ 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초원 </a:t>
            </a:r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]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421E8CD-E03D-D0E9-0B08-2D161EFFB7FA}"/>
              </a:ext>
            </a:extLst>
          </p:cNvPr>
          <p:cNvSpPr txBox="1"/>
          <p:nvPr/>
        </p:nvSpPr>
        <p:spPr>
          <a:xfrm>
            <a:off x="1727969" y="3034430"/>
            <a:ext cx="1538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[ 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극지방 </a:t>
            </a:r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]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797B053-8BF8-4BDF-DE5E-61002E9A938F}"/>
              </a:ext>
            </a:extLst>
          </p:cNvPr>
          <p:cNvGrpSpPr/>
          <p:nvPr/>
        </p:nvGrpSpPr>
        <p:grpSpPr>
          <a:xfrm>
            <a:off x="1179084" y="270296"/>
            <a:ext cx="1489880" cy="1401439"/>
            <a:chOff x="1179084" y="270296"/>
            <a:chExt cx="1489880" cy="1401439"/>
          </a:xfrm>
        </p:grpSpPr>
        <p:sp>
          <p:nvSpPr>
            <p:cNvPr id="40" name="직사각형 39">
              <a:hlinkClick r:id="rId4" action="ppaction://hlinksldjump"/>
              <a:extLst>
                <a:ext uri="{FF2B5EF4-FFF2-40B4-BE49-F238E27FC236}">
                  <a16:creationId xmlns:a16="http://schemas.microsoft.com/office/drawing/2014/main" id="{89B21AB4-D17E-5CE8-185B-A87698DB886D}"/>
                </a:ext>
              </a:extLst>
            </p:cNvPr>
            <p:cNvSpPr/>
            <p:nvPr/>
          </p:nvSpPr>
          <p:spPr>
            <a:xfrm rot="16200000">
              <a:off x="1225402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FE58803-3CC2-E787-F505-29461CA4C448}"/>
                </a:ext>
              </a:extLst>
            </p:cNvPr>
            <p:cNvSpPr txBox="1"/>
            <p:nvPr/>
          </p:nvSpPr>
          <p:spPr>
            <a:xfrm>
              <a:off x="1179084" y="1248634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문어</a:t>
              </a:r>
            </a:p>
          </p:txBody>
        </p:sp>
        <p:pic>
          <p:nvPicPr>
            <p:cNvPr id="21" name="그림 20">
              <a:hlinkClick r:id="rId4" action="ppaction://hlinksldjump"/>
              <a:extLst>
                <a:ext uri="{FF2B5EF4-FFF2-40B4-BE49-F238E27FC236}">
                  <a16:creationId xmlns:a16="http://schemas.microsoft.com/office/drawing/2014/main" id="{EB2A4274-1C73-6060-17EE-5CE4310292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34758" y="418601"/>
              <a:ext cx="778531" cy="77853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3CC5E25C-EC34-B5AE-8B33-8602CA9FFD90}"/>
              </a:ext>
            </a:extLst>
          </p:cNvPr>
          <p:cNvGrpSpPr/>
          <p:nvPr/>
        </p:nvGrpSpPr>
        <p:grpSpPr>
          <a:xfrm>
            <a:off x="2560988" y="270296"/>
            <a:ext cx="1489880" cy="1401439"/>
            <a:chOff x="2560988" y="270296"/>
            <a:chExt cx="1489880" cy="1401439"/>
          </a:xfrm>
        </p:grpSpPr>
        <p:sp>
          <p:nvSpPr>
            <p:cNvPr id="39" name="직사각형 38">
              <a:hlinkClick r:id="rId6" action="ppaction://hlinksldjump"/>
              <a:extLst>
                <a:ext uri="{FF2B5EF4-FFF2-40B4-BE49-F238E27FC236}">
                  <a16:creationId xmlns:a16="http://schemas.microsoft.com/office/drawing/2014/main" id="{0F72BEF7-3EED-1D3C-DC67-947CA9373F06}"/>
                </a:ext>
              </a:extLst>
            </p:cNvPr>
            <p:cNvSpPr/>
            <p:nvPr/>
          </p:nvSpPr>
          <p:spPr>
            <a:xfrm rot="16200000">
              <a:off x="2611012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CEA95BA-14B6-C954-5804-30EC284DE394}"/>
                </a:ext>
              </a:extLst>
            </p:cNvPr>
            <p:cNvSpPr txBox="1"/>
            <p:nvPr/>
          </p:nvSpPr>
          <p:spPr>
            <a:xfrm>
              <a:off x="2560988" y="1259195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산호</a:t>
              </a:r>
            </a:p>
          </p:txBody>
        </p:sp>
        <p:pic>
          <p:nvPicPr>
            <p:cNvPr id="22" name="그림 21">
              <a:hlinkClick r:id="rId6" action="ppaction://hlinksldjump"/>
              <a:extLst>
                <a:ext uri="{FF2B5EF4-FFF2-40B4-BE49-F238E27FC236}">
                  <a16:creationId xmlns:a16="http://schemas.microsoft.com/office/drawing/2014/main" id="{7A28BBC1-D1A6-017B-339B-119B73C89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00042" y="405939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142F0F57-A993-F391-257A-97B70ECC8852}"/>
              </a:ext>
            </a:extLst>
          </p:cNvPr>
          <p:cNvGrpSpPr/>
          <p:nvPr/>
        </p:nvGrpSpPr>
        <p:grpSpPr>
          <a:xfrm>
            <a:off x="3933580" y="270296"/>
            <a:ext cx="1489880" cy="1411272"/>
            <a:chOff x="3933580" y="270296"/>
            <a:chExt cx="1489880" cy="1411272"/>
          </a:xfrm>
        </p:grpSpPr>
        <p:sp>
          <p:nvSpPr>
            <p:cNvPr id="38" name="직사각형 37">
              <a:hlinkClick r:id="rId8" action="ppaction://hlinksldjump"/>
              <a:extLst>
                <a:ext uri="{FF2B5EF4-FFF2-40B4-BE49-F238E27FC236}">
                  <a16:creationId xmlns:a16="http://schemas.microsoft.com/office/drawing/2014/main" id="{0E1E472B-E351-0AAF-AB31-8EE72F9B92AE}"/>
                </a:ext>
              </a:extLst>
            </p:cNvPr>
            <p:cNvSpPr/>
            <p:nvPr/>
          </p:nvSpPr>
          <p:spPr>
            <a:xfrm rot="16200000">
              <a:off x="3987632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262F92C-3671-0396-09EE-61B02C0BAEC1}"/>
                </a:ext>
              </a:extLst>
            </p:cNvPr>
            <p:cNvSpPr txBox="1"/>
            <p:nvPr/>
          </p:nvSpPr>
          <p:spPr>
            <a:xfrm>
              <a:off x="3933580" y="1281458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게</a:t>
              </a:r>
            </a:p>
          </p:txBody>
        </p:sp>
        <p:pic>
          <p:nvPicPr>
            <p:cNvPr id="23" name="그림 22">
              <a:hlinkClick r:id="rId8" action="ppaction://hlinksldjump"/>
              <a:extLst>
                <a:ext uri="{FF2B5EF4-FFF2-40B4-BE49-F238E27FC236}">
                  <a16:creationId xmlns:a16="http://schemas.microsoft.com/office/drawing/2014/main" id="{8EE39489-7E26-1CF5-6649-AA2E6911E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295261" y="442520"/>
              <a:ext cx="778531" cy="77853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CB6D9DD-B0BC-E6A7-0FC7-3790736E4563}"/>
              </a:ext>
            </a:extLst>
          </p:cNvPr>
          <p:cNvGrpSpPr/>
          <p:nvPr/>
        </p:nvGrpSpPr>
        <p:grpSpPr>
          <a:xfrm>
            <a:off x="336885" y="3439936"/>
            <a:ext cx="1489880" cy="1398135"/>
            <a:chOff x="158752" y="3708915"/>
            <a:chExt cx="1489880" cy="1398135"/>
          </a:xfrm>
        </p:grpSpPr>
        <p:sp>
          <p:nvSpPr>
            <p:cNvPr id="25" name="직사각형 24">
              <a:hlinkClick r:id="rId10" action="ppaction://hlinksldjump"/>
              <a:extLst>
                <a:ext uri="{FF2B5EF4-FFF2-40B4-BE49-F238E27FC236}">
                  <a16:creationId xmlns:a16="http://schemas.microsoft.com/office/drawing/2014/main" id="{D9E7D9CD-E04B-E402-0E23-24047986B689}"/>
                </a:ext>
              </a:extLst>
            </p:cNvPr>
            <p:cNvSpPr/>
            <p:nvPr/>
          </p:nvSpPr>
          <p:spPr>
            <a:xfrm rot="10800000" flipH="1">
              <a:off x="259239" y="3708915"/>
              <a:ext cx="1262164" cy="1398135"/>
            </a:xfrm>
            <a:prstGeom prst="rect">
              <a:avLst/>
            </a:prstGeom>
            <a:gradFill flip="none" rotWithShape="1">
              <a:gsLst>
                <a:gs pos="90000">
                  <a:schemeClr val="accent1">
                    <a:lumMod val="5000"/>
                    <a:lumOff val="95000"/>
                  </a:schemeClr>
                </a:gs>
                <a:gs pos="50000">
                  <a:srgbClr val="DADFFA"/>
                </a:gs>
                <a:gs pos="0">
                  <a:schemeClr val="accent1">
                    <a:lumMod val="45000"/>
                    <a:lumOff val="55000"/>
                  </a:schemeClr>
                </a:gs>
                <a:gs pos="0">
                  <a:srgbClr val="BEC8F7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5E958C79-E5F8-3340-DE49-41522E23B650}"/>
                </a:ext>
              </a:extLst>
            </p:cNvPr>
            <p:cNvSpPr txBox="1"/>
            <p:nvPr/>
          </p:nvSpPr>
          <p:spPr>
            <a:xfrm>
              <a:off x="158752" y="4680872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바다 사자</a:t>
              </a:r>
            </a:p>
          </p:txBody>
        </p:sp>
        <p:pic>
          <p:nvPicPr>
            <p:cNvPr id="27" name="그림 26">
              <a:hlinkClick r:id="rId10" action="ppaction://hlinksldjump"/>
              <a:extLst>
                <a:ext uri="{FF2B5EF4-FFF2-40B4-BE49-F238E27FC236}">
                  <a16:creationId xmlns:a16="http://schemas.microsoft.com/office/drawing/2014/main" id="{4098AD35-E4A3-D75D-E8A5-1E35E3D71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98629" y="3854022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62281A5-5F34-F5E0-A562-87A9C2018A39}"/>
              </a:ext>
            </a:extLst>
          </p:cNvPr>
          <p:cNvGrpSpPr/>
          <p:nvPr/>
        </p:nvGrpSpPr>
        <p:grpSpPr>
          <a:xfrm>
            <a:off x="327053" y="1928015"/>
            <a:ext cx="1489880" cy="1398135"/>
            <a:chOff x="148920" y="2216658"/>
            <a:chExt cx="1489880" cy="1398135"/>
          </a:xfrm>
        </p:grpSpPr>
        <p:sp>
          <p:nvSpPr>
            <p:cNvPr id="24" name="직사각형 23">
              <a:hlinkClick r:id="rId12" action="ppaction://hlinksldjump"/>
              <a:extLst>
                <a:ext uri="{FF2B5EF4-FFF2-40B4-BE49-F238E27FC236}">
                  <a16:creationId xmlns:a16="http://schemas.microsoft.com/office/drawing/2014/main" id="{627FB7BD-8131-34AA-285C-D1DE0994A3F9}"/>
                </a:ext>
              </a:extLst>
            </p:cNvPr>
            <p:cNvSpPr/>
            <p:nvPr/>
          </p:nvSpPr>
          <p:spPr>
            <a:xfrm rot="10800000" flipH="1">
              <a:off x="259239" y="2216658"/>
              <a:ext cx="1262164" cy="1398135"/>
            </a:xfrm>
            <a:prstGeom prst="rect">
              <a:avLst/>
            </a:prstGeom>
            <a:gradFill flip="none" rotWithShape="1">
              <a:gsLst>
                <a:gs pos="90000">
                  <a:schemeClr val="accent1">
                    <a:lumMod val="5000"/>
                    <a:lumOff val="95000"/>
                  </a:schemeClr>
                </a:gs>
                <a:gs pos="50000">
                  <a:srgbClr val="DADFFA"/>
                </a:gs>
                <a:gs pos="0">
                  <a:schemeClr val="accent1">
                    <a:lumMod val="45000"/>
                    <a:lumOff val="55000"/>
                  </a:schemeClr>
                </a:gs>
                <a:gs pos="0">
                  <a:srgbClr val="BEC8F7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1F34E5E-279D-645D-894B-BF07CC703496}"/>
                </a:ext>
              </a:extLst>
            </p:cNvPr>
            <p:cNvSpPr txBox="1"/>
            <p:nvPr/>
          </p:nvSpPr>
          <p:spPr>
            <a:xfrm>
              <a:off x="148920" y="3192957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북극곰</a:t>
              </a:r>
            </a:p>
          </p:txBody>
        </p:sp>
        <p:pic>
          <p:nvPicPr>
            <p:cNvPr id="28" name="그림 27">
              <a:hlinkClick r:id="rId12" action="ppaction://hlinksldjump"/>
              <a:extLst>
                <a:ext uri="{FF2B5EF4-FFF2-40B4-BE49-F238E27FC236}">
                  <a16:creationId xmlns:a16="http://schemas.microsoft.com/office/drawing/2014/main" id="{A6CDD129-E86A-2A5A-D505-3EB50A9DC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07289" y="2366285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ECA1467-869A-BEF9-53AC-8F20FA645B44}"/>
              </a:ext>
            </a:extLst>
          </p:cNvPr>
          <p:cNvGrpSpPr/>
          <p:nvPr/>
        </p:nvGrpSpPr>
        <p:grpSpPr>
          <a:xfrm>
            <a:off x="327053" y="4943175"/>
            <a:ext cx="1489880" cy="1398135"/>
            <a:chOff x="148920" y="5192490"/>
            <a:chExt cx="1489880" cy="1398135"/>
          </a:xfrm>
        </p:grpSpPr>
        <p:sp>
          <p:nvSpPr>
            <p:cNvPr id="26" name="직사각형 25">
              <a:hlinkClick r:id="rId14" action="ppaction://hlinksldjump"/>
              <a:extLst>
                <a:ext uri="{FF2B5EF4-FFF2-40B4-BE49-F238E27FC236}">
                  <a16:creationId xmlns:a16="http://schemas.microsoft.com/office/drawing/2014/main" id="{185A87FF-3C59-0190-CD5D-B963EF409C27}"/>
                </a:ext>
              </a:extLst>
            </p:cNvPr>
            <p:cNvSpPr/>
            <p:nvPr/>
          </p:nvSpPr>
          <p:spPr>
            <a:xfrm rot="10800000" flipH="1">
              <a:off x="259239" y="5192490"/>
              <a:ext cx="1262164" cy="1398135"/>
            </a:xfrm>
            <a:prstGeom prst="rect">
              <a:avLst/>
            </a:prstGeom>
            <a:gradFill flip="none" rotWithShape="1">
              <a:gsLst>
                <a:gs pos="90000">
                  <a:schemeClr val="accent1">
                    <a:lumMod val="5000"/>
                    <a:lumOff val="95000"/>
                  </a:schemeClr>
                </a:gs>
                <a:gs pos="50000">
                  <a:srgbClr val="DADFFA"/>
                </a:gs>
                <a:gs pos="0">
                  <a:schemeClr val="accent1">
                    <a:lumMod val="45000"/>
                    <a:lumOff val="55000"/>
                  </a:schemeClr>
                </a:gs>
                <a:gs pos="0">
                  <a:srgbClr val="BEC8F7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70BE9183-AC31-ADE0-802E-A4BF511EF19B}"/>
                </a:ext>
              </a:extLst>
            </p:cNvPr>
            <p:cNvSpPr txBox="1"/>
            <p:nvPr/>
          </p:nvSpPr>
          <p:spPr>
            <a:xfrm>
              <a:off x="148920" y="6173127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펭귄</a:t>
              </a:r>
            </a:p>
          </p:txBody>
        </p:sp>
        <p:pic>
          <p:nvPicPr>
            <p:cNvPr id="29" name="그림 28">
              <a:hlinkClick r:id="rId14" action="ppaction://hlinksldjump"/>
              <a:extLst>
                <a:ext uri="{FF2B5EF4-FFF2-40B4-BE49-F238E27FC236}">
                  <a16:creationId xmlns:a16="http://schemas.microsoft.com/office/drawing/2014/main" id="{70BAA30B-5B11-EEBB-0EE9-D380D904F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63177" y="5288984"/>
              <a:ext cx="866755" cy="8667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99299DE4-E7F1-6EC8-DD19-647A38353B4B}"/>
              </a:ext>
            </a:extLst>
          </p:cNvPr>
          <p:cNvGrpSpPr/>
          <p:nvPr/>
        </p:nvGrpSpPr>
        <p:grpSpPr>
          <a:xfrm>
            <a:off x="5322861" y="270296"/>
            <a:ext cx="1489880" cy="1401439"/>
            <a:chOff x="5322861" y="270296"/>
            <a:chExt cx="1489880" cy="1401439"/>
          </a:xfrm>
        </p:grpSpPr>
        <p:sp>
          <p:nvSpPr>
            <p:cNvPr id="41" name="직사각형 40">
              <a:hlinkClick r:id="rId16" action="ppaction://hlinksldjump"/>
              <a:extLst>
                <a:ext uri="{FF2B5EF4-FFF2-40B4-BE49-F238E27FC236}">
                  <a16:creationId xmlns:a16="http://schemas.microsoft.com/office/drawing/2014/main" id="{27ED3885-332C-9CC1-C3D9-057AFBA88454}"/>
                </a:ext>
              </a:extLst>
            </p:cNvPr>
            <p:cNvSpPr/>
            <p:nvPr/>
          </p:nvSpPr>
          <p:spPr>
            <a:xfrm rot="16200000">
              <a:off x="5374655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20" name="그림 19">
              <a:hlinkClick r:id="rId16" action="ppaction://hlinksldjump"/>
              <a:extLst>
                <a:ext uri="{FF2B5EF4-FFF2-40B4-BE49-F238E27FC236}">
                  <a16:creationId xmlns:a16="http://schemas.microsoft.com/office/drawing/2014/main" id="{210F9265-DC90-EFC8-394D-7B3DA94C4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680627" y="438270"/>
              <a:ext cx="778531" cy="77853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8308566-AEBF-3C68-7233-7418FBC4C861}"/>
                </a:ext>
              </a:extLst>
            </p:cNvPr>
            <p:cNvSpPr txBox="1"/>
            <p:nvPr/>
          </p:nvSpPr>
          <p:spPr>
            <a:xfrm>
              <a:off x="5322861" y="1264005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상어</a:t>
              </a: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763FB6F3-F68B-3B92-61F5-982D1EF1DDA6}"/>
              </a:ext>
            </a:extLst>
          </p:cNvPr>
          <p:cNvGrpSpPr/>
          <p:nvPr/>
        </p:nvGrpSpPr>
        <p:grpSpPr>
          <a:xfrm>
            <a:off x="9494064" y="270296"/>
            <a:ext cx="1489880" cy="1401439"/>
            <a:chOff x="9494064" y="270296"/>
            <a:chExt cx="1489880" cy="1401439"/>
          </a:xfrm>
        </p:grpSpPr>
        <p:sp>
          <p:nvSpPr>
            <p:cNvPr id="33" name="직사각형 32">
              <a:hlinkClick r:id="rId18" action="ppaction://hlinksldjump"/>
              <a:extLst>
                <a:ext uri="{FF2B5EF4-FFF2-40B4-BE49-F238E27FC236}">
                  <a16:creationId xmlns:a16="http://schemas.microsoft.com/office/drawing/2014/main" id="{A6FD355A-9C65-5CD9-24E0-79814ABA057D}"/>
                </a:ext>
              </a:extLst>
            </p:cNvPr>
            <p:cNvSpPr/>
            <p:nvPr/>
          </p:nvSpPr>
          <p:spPr>
            <a:xfrm rot="16200000">
              <a:off x="9534895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34C35FBF-FC81-FBEE-6515-835DB4C27BB0}"/>
                </a:ext>
              </a:extLst>
            </p:cNvPr>
            <p:cNvSpPr txBox="1"/>
            <p:nvPr/>
          </p:nvSpPr>
          <p:spPr>
            <a:xfrm>
              <a:off x="9494064" y="1254536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고래</a:t>
              </a:r>
            </a:p>
          </p:txBody>
        </p:sp>
        <p:pic>
          <p:nvPicPr>
            <p:cNvPr id="43" name="그림 42">
              <a:hlinkClick r:id="rId18" action="ppaction://hlinksldjump"/>
              <a:extLst>
                <a:ext uri="{FF2B5EF4-FFF2-40B4-BE49-F238E27FC236}">
                  <a16:creationId xmlns:a16="http://schemas.microsoft.com/office/drawing/2014/main" id="{8672BDF6-5C26-D026-5234-4859F5733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9845317" y="446259"/>
              <a:ext cx="780593" cy="7805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9D6ED74-82D0-3CBE-8FB2-D959843ACE8B}"/>
              </a:ext>
            </a:extLst>
          </p:cNvPr>
          <p:cNvGrpSpPr/>
          <p:nvPr/>
        </p:nvGrpSpPr>
        <p:grpSpPr>
          <a:xfrm>
            <a:off x="8101213" y="270296"/>
            <a:ext cx="1489880" cy="1401439"/>
            <a:chOff x="8101213" y="270296"/>
            <a:chExt cx="1489880" cy="1401439"/>
          </a:xfrm>
        </p:grpSpPr>
        <p:sp>
          <p:nvSpPr>
            <p:cNvPr id="36" name="직사각형 35">
              <a:hlinkClick r:id="rId20" action="ppaction://hlinksldjump"/>
              <a:extLst>
                <a:ext uri="{FF2B5EF4-FFF2-40B4-BE49-F238E27FC236}">
                  <a16:creationId xmlns:a16="http://schemas.microsoft.com/office/drawing/2014/main" id="{2A35CCE7-29AC-0F47-EDBD-4240F0950167}"/>
                </a:ext>
              </a:extLst>
            </p:cNvPr>
            <p:cNvSpPr/>
            <p:nvPr/>
          </p:nvSpPr>
          <p:spPr>
            <a:xfrm rot="16200000">
              <a:off x="8146998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789CA728-206F-52A0-4D2E-FD333BD02859}"/>
                </a:ext>
              </a:extLst>
            </p:cNvPr>
            <p:cNvSpPr txBox="1"/>
            <p:nvPr/>
          </p:nvSpPr>
          <p:spPr>
            <a:xfrm>
              <a:off x="8101213" y="1258021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바다 거북</a:t>
              </a:r>
            </a:p>
          </p:txBody>
        </p:sp>
        <p:pic>
          <p:nvPicPr>
            <p:cNvPr id="44" name="그림 43">
              <a:hlinkClick r:id="rId20" action="ppaction://hlinksldjump"/>
              <a:extLst>
                <a:ext uri="{FF2B5EF4-FFF2-40B4-BE49-F238E27FC236}">
                  <a16:creationId xmlns:a16="http://schemas.microsoft.com/office/drawing/2014/main" id="{282A7B8D-673E-840D-FE11-3D9D67D71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8455856" y="437238"/>
              <a:ext cx="780593" cy="7805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DD18DBAA-14EC-5609-2A92-6D0A2BEA89B5}"/>
              </a:ext>
            </a:extLst>
          </p:cNvPr>
          <p:cNvGrpSpPr/>
          <p:nvPr/>
        </p:nvGrpSpPr>
        <p:grpSpPr>
          <a:xfrm>
            <a:off x="6707693" y="270296"/>
            <a:ext cx="1489880" cy="1401439"/>
            <a:chOff x="6707693" y="270296"/>
            <a:chExt cx="1489880" cy="1401439"/>
          </a:xfrm>
        </p:grpSpPr>
        <p:sp>
          <p:nvSpPr>
            <p:cNvPr id="37" name="직사각형 36">
              <a:hlinkClick r:id="rId22" action="ppaction://hlinksldjump"/>
              <a:extLst>
                <a:ext uri="{FF2B5EF4-FFF2-40B4-BE49-F238E27FC236}">
                  <a16:creationId xmlns:a16="http://schemas.microsoft.com/office/drawing/2014/main" id="{41B00EC4-7A28-1B7A-9176-312A2D5C35FB}"/>
                </a:ext>
              </a:extLst>
            </p:cNvPr>
            <p:cNvSpPr/>
            <p:nvPr/>
          </p:nvSpPr>
          <p:spPr>
            <a:xfrm rot="16200000">
              <a:off x="6759487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9110448-8F98-DF3D-014B-0C1B99C00043}"/>
                </a:ext>
              </a:extLst>
            </p:cNvPr>
            <p:cNvSpPr txBox="1"/>
            <p:nvPr/>
          </p:nvSpPr>
          <p:spPr>
            <a:xfrm>
              <a:off x="6707693" y="1264005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해마</a:t>
              </a:r>
            </a:p>
          </p:txBody>
        </p:sp>
        <p:pic>
          <p:nvPicPr>
            <p:cNvPr id="45" name="그림 44">
              <a:hlinkClick r:id="rId22" action="ppaction://hlinksldjump"/>
              <a:extLst>
                <a:ext uri="{FF2B5EF4-FFF2-40B4-BE49-F238E27FC236}">
                  <a16:creationId xmlns:a16="http://schemas.microsoft.com/office/drawing/2014/main" id="{7E6F9BEE-33E6-21FE-515E-4C27F9C438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7069910" y="418601"/>
              <a:ext cx="780593" cy="7805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8D367BD-01B1-0DC0-8791-13BC8564779C}"/>
              </a:ext>
            </a:extLst>
          </p:cNvPr>
          <p:cNvGrpSpPr/>
          <p:nvPr/>
        </p:nvGrpSpPr>
        <p:grpSpPr>
          <a:xfrm>
            <a:off x="10443387" y="1938576"/>
            <a:ext cx="1489880" cy="1389240"/>
            <a:chOff x="10572864" y="2203351"/>
            <a:chExt cx="1489880" cy="1389240"/>
          </a:xfrm>
        </p:grpSpPr>
        <p:sp>
          <p:nvSpPr>
            <p:cNvPr id="30" name="직사각형 29">
              <a:hlinkClick r:id="rId24" action="ppaction://hlinksldjump"/>
              <a:extLst>
                <a:ext uri="{FF2B5EF4-FFF2-40B4-BE49-F238E27FC236}">
                  <a16:creationId xmlns:a16="http://schemas.microsoft.com/office/drawing/2014/main" id="{A93DC9E1-04F6-61AE-E778-F2EAA216A897}"/>
                </a:ext>
              </a:extLst>
            </p:cNvPr>
            <p:cNvSpPr/>
            <p:nvPr/>
          </p:nvSpPr>
          <p:spPr>
            <a:xfrm rot="10800000">
              <a:off x="10682260" y="2203351"/>
              <a:ext cx="1264560" cy="1389240"/>
            </a:xfrm>
            <a:prstGeom prst="rect">
              <a:avLst/>
            </a:prstGeom>
            <a:gradFill flip="none" rotWithShape="1">
              <a:gsLst>
                <a:gs pos="90000">
                  <a:schemeClr val="accent6">
                    <a:lumMod val="20000"/>
                    <a:lumOff val="80000"/>
                  </a:schemeClr>
                </a:gs>
                <a:gs pos="50000">
                  <a:srgbClr val="98DC80"/>
                </a:gs>
                <a:gs pos="0">
                  <a:srgbClr val="5BC436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FC6E528-2D55-2ECB-D07F-9B414B0AB2A0}"/>
                </a:ext>
              </a:extLst>
            </p:cNvPr>
            <p:cNvSpPr txBox="1"/>
            <p:nvPr/>
          </p:nvSpPr>
          <p:spPr>
            <a:xfrm>
              <a:off x="10572864" y="3178749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판다</a:t>
              </a:r>
            </a:p>
          </p:txBody>
        </p:sp>
        <p:pic>
          <p:nvPicPr>
            <p:cNvPr id="46" name="그림 45">
              <a:hlinkClick r:id="rId24" action="ppaction://hlinksldjump"/>
              <a:extLst>
                <a:ext uri="{FF2B5EF4-FFF2-40B4-BE49-F238E27FC236}">
                  <a16:creationId xmlns:a16="http://schemas.microsoft.com/office/drawing/2014/main" id="{74810662-8598-7B68-29CE-CD988F7AA0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935493" y="2401494"/>
              <a:ext cx="749218" cy="74921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4925008F-C96A-0B37-AC8A-3C04E31024B8}"/>
              </a:ext>
            </a:extLst>
          </p:cNvPr>
          <p:cNvGrpSpPr/>
          <p:nvPr/>
        </p:nvGrpSpPr>
        <p:grpSpPr>
          <a:xfrm>
            <a:off x="10443387" y="4957282"/>
            <a:ext cx="1489880" cy="1389240"/>
            <a:chOff x="10572864" y="5182729"/>
            <a:chExt cx="1489880" cy="1389240"/>
          </a:xfrm>
        </p:grpSpPr>
        <p:sp>
          <p:nvSpPr>
            <p:cNvPr id="31" name="직사각형 30">
              <a:hlinkClick r:id="rId26" action="ppaction://hlinksldjump"/>
              <a:extLst>
                <a:ext uri="{FF2B5EF4-FFF2-40B4-BE49-F238E27FC236}">
                  <a16:creationId xmlns:a16="http://schemas.microsoft.com/office/drawing/2014/main" id="{3FB2AEAA-8CBA-6467-F3A0-BCEA80DA9582}"/>
                </a:ext>
              </a:extLst>
            </p:cNvPr>
            <p:cNvSpPr/>
            <p:nvPr/>
          </p:nvSpPr>
          <p:spPr>
            <a:xfrm rot="10800000">
              <a:off x="10682260" y="5182729"/>
              <a:ext cx="1264560" cy="1389240"/>
            </a:xfrm>
            <a:prstGeom prst="rect">
              <a:avLst/>
            </a:prstGeom>
            <a:gradFill flip="none" rotWithShape="1">
              <a:gsLst>
                <a:gs pos="90000">
                  <a:schemeClr val="accent6">
                    <a:lumMod val="20000"/>
                    <a:lumOff val="80000"/>
                  </a:schemeClr>
                </a:gs>
                <a:gs pos="50000">
                  <a:srgbClr val="98DC80"/>
                </a:gs>
                <a:gs pos="0">
                  <a:srgbClr val="5BC436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C6B775A-D94F-0707-A2F6-D3EB94F8C3A5}"/>
                </a:ext>
              </a:extLst>
            </p:cNvPr>
            <p:cNvSpPr txBox="1"/>
            <p:nvPr/>
          </p:nvSpPr>
          <p:spPr>
            <a:xfrm>
              <a:off x="10572864" y="6158919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호랑이</a:t>
              </a:r>
            </a:p>
          </p:txBody>
        </p:sp>
        <p:pic>
          <p:nvPicPr>
            <p:cNvPr id="47" name="그림 46">
              <a:hlinkClick r:id="rId26" action="ppaction://hlinksldjump"/>
              <a:extLst>
                <a:ext uri="{FF2B5EF4-FFF2-40B4-BE49-F238E27FC236}">
                  <a16:creationId xmlns:a16="http://schemas.microsoft.com/office/drawing/2014/main" id="{8186FA37-EF25-1A51-08CF-4B22CF2D8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10931695" y="5359385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49F3B94-B137-4FBA-695C-DBD7F26DB90F}"/>
              </a:ext>
            </a:extLst>
          </p:cNvPr>
          <p:cNvGrpSpPr/>
          <p:nvPr/>
        </p:nvGrpSpPr>
        <p:grpSpPr>
          <a:xfrm>
            <a:off x="10443387" y="3445256"/>
            <a:ext cx="1489880" cy="1389240"/>
            <a:chOff x="10572864" y="3690367"/>
            <a:chExt cx="1489880" cy="1389240"/>
          </a:xfrm>
        </p:grpSpPr>
        <p:sp>
          <p:nvSpPr>
            <p:cNvPr id="32" name="직사각형 31">
              <a:hlinkClick r:id="rId28" action="ppaction://hlinksldjump"/>
              <a:extLst>
                <a:ext uri="{FF2B5EF4-FFF2-40B4-BE49-F238E27FC236}">
                  <a16:creationId xmlns:a16="http://schemas.microsoft.com/office/drawing/2014/main" id="{4D4A8F80-57BD-62BE-93A6-80E9FBCB6856}"/>
                </a:ext>
              </a:extLst>
            </p:cNvPr>
            <p:cNvSpPr/>
            <p:nvPr/>
          </p:nvSpPr>
          <p:spPr>
            <a:xfrm rot="10800000">
              <a:off x="10682260" y="3690367"/>
              <a:ext cx="1264560" cy="1389240"/>
            </a:xfrm>
            <a:prstGeom prst="rect">
              <a:avLst/>
            </a:prstGeom>
            <a:gradFill flip="none" rotWithShape="1">
              <a:gsLst>
                <a:gs pos="90000">
                  <a:schemeClr val="accent6">
                    <a:lumMod val="20000"/>
                    <a:lumOff val="80000"/>
                  </a:schemeClr>
                </a:gs>
                <a:gs pos="50000">
                  <a:srgbClr val="98DC80"/>
                </a:gs>
                <a:gs pos="0">
                  <a:srgbClr val="5BC436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8E5430C-02ED-19C8-4AAE-4A5D82F36131}"/>
                </a:ext>
              </a:extLst>
            </p:cNvPr>
            <p:cNvSpPr txBox="1"/>
            <p:nvPr/>
          </p:nvSpPr>
          <p:spPr>
            <a:xfrm>
              <a:off x="10572864" y="4666664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독수리</a:t>
              </a:r>
            </a:p>
          </p:txBody>
        </p:sp>
        <p:pic>
          <p:nvPicPr>
            <p:cNvPr id="48" name="그림 47">
              <a:hlinkClick r:id="rId28" action="ppaction://hlinksldjump"/>
              <a:extLst>
                <a:ext uri="{FF2B5EF4-FFF2-40B4-BE49-F238E27FC236}">
                  <a16:creationId xmlns:a16="http://schemas.microsoft.com/office/drawing/2014/main" id="{C9ED3342-D1F9-FF48-DE4E-81966C790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10925274" y="3854022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ECE654A-9974-34B9-4685-174C1A131A41}"/>
              </a:ext>
            </a:extLst>
          </p:cNvPr>
          <p:cNvGrpSpPr/>
          <p:nvPr/>
        </p:nvGrpSpPr>
        <p:grpSpPr>
          <a:xfrm>
            <a:off x="5645170" y="2128395"/>
            <a:ext cx="901660" cy="584775"/>
            <a:chOff x="6640926" y="1736546"/>
            <a:chExt cx="901660" cy="584775"/>
          </a:xfrm>
        </p:grpSpPr>
        <p:pic>
          <p:nvPicPr>
            <p:cNvPr id="64" name="그림 63">
              <a:extLst>
                <a:ext uri="{FF2B5EF4-FFF2-40B4-BE49-F238E27FC236}">
                  <a16:creationId xmlns:a16="http://schemas.microsoft.com/office/drawing/2014/main" id="{AEA330BB-9009-9B1D-4FB8-57104F971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6640926" y="1815443"/>
              <a:ext cx="419244" cy="419244"/>
            </a:xfrm>
            <a:prstGeom prst="rect">
              <a:avLst/>
            </a:prstGeom>
          </p:spPr>
        </p:pic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D750D518-9139-F419-30BA-DE309FCFF0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993868" y="1871671"/>
              <a:ext cx="277916" cy="277916"/>
            </a:xfrm>
            <a:prstGeom prst="rect">
              <a:avLst/>
            </a:prstGeom>
          </p:spPr>
        </p:pic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7EECC39-D419-54C9-A443-B90BBDA18F04}"/>
                </a:ext>
              </a:extLst>
            </p:cNvPr>
            <p:cNvSpPr txBox="1"/>
            <p:nvPr/>
          </p:nvSpPr>
          <p:spPr>
            <a:xfrm>
              <a:off x="7180445" y="1736546"/>
              <a:ext cx="362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3</a:t>
              </a:r>
              <a:endParaRPr lang="ko-KR" altLang="en-US" sz="3200" dirty="0">
                <a:latin typeface="Cafe24 Danjunghae" panose="02000000000000000000" pitchFamily="2" charset="-127"/>
                <a:ea typeface="Cafe24 Danjunghae" panose="02000000000000000000" pitchFamily="2" charset="-127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A992FF6-D664-18EC-E186-7C27EFA12DE8}"/>
              </a:ext>
            </a:extLst>
          </p:cNvPr>
          <p:cNvGrpSpPr/>
          <p:nvPr/>
        </p:nvGrpSpPr>
        <p:grpSpPr>
          <a:xfrm>
            <a:off x="5645170" y="4157179"/>
            <a:ext cx="901660" cy="584775"/>
            <a:chOff x="6640926" y="1736546"/>
            <a:chExt cx="901660" cy="584775"/>
          </a:xfrm>
        </p:grpSpPr>
        <p:pic>
          <p:nvPicPr>
            <p:cNvPr id="72" name="그림 71">
              <a:extLst>
                <a:ext uri="{FF2B5EF4-FFF2-40B4-BE49-F238E27FC236}">
                  <a16:creationId xmlns:a16="http://schemas.microsoft.com/office/drawing/2014/main" id="{7EA85914-EBEF-220F-6165-38F0CC69F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6640926" y="1815443"/>
              <a:ext cx="419244" cy="419244"/>
            </a:xfrm>
            <a:prstGeom prst="rect">
              <a:avLst/>
            </a:prstGeom>
          </p:spPr>
        </p:pic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id="{B4E4FCF4-904D-D989-36B6-210C2C86C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993868" y="1871671"/>
              <a:ext cx="277916" cy="277916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51F0645A-B93D-086D-3602-5E9DFC43AAB5}"/>
                </a:ext>
              </a:extLst>
            </p:cNvPr>
            <p:cNvSpPr txBox="1"/>
            <p:nvPr/>
          </p:nvSpPr>
          <p:spPr>
            <a:xfrm>
              <a:off x="7180445" y="1736546"/>
              <a:ext cx="362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1</a:t>
              </a:r>
              <a:endParaRPr lang="ko-KR" altLang="en-US" sz="3200" dirty="0">
                <a:latin typeface="Cafe24 Danjunghae" panose="02000000000000000000" pitchFamily="2" charset="-127"/>
                <a:ea typeface="Cafe24 Danjunghae" panose="02000000000000000000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E88F581-990D-B46B-FC61-C70F54851A06}"/>
              </a:ext>
            </a:extLst>
          </p:cNvPr>
          <p:cNvGrpSpPr/>
          <p:nvPr/>
        </p:nvGrpSpPr>
        <p:grpSpPr>
          <a:xfrm>
            <a:off x="2053212" y="3337919"/>
            <a:ext cx="901660" cy="584775"/>
            <a:chOff x="6640926" y="1736546"/>
            <a:chExt cx="901660" cy="584775"/>
          </a:xfrm>
        </p:grpSpPr>
        <p:pic>
          <p:nvPicPr>
            <p:cNvPr id="76" name="그림 75">
              <a:extLst>
                <a:ext uri="{FF2B5EF4-FFF2-40B4-BE49-F238E27FC236}">
                  <a16:creationId xmlns:a16="http://schemas.microsoft.com/office/drawing/2014/main" id="{FD155465-03CC-1E37-6B61-427051A62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6640926" y="1815443"/>
              <a:ext cx="419244" cy="419244"/>
            </a:xfrm>
            <a:prstGeom prst="rect">
              <a:avLst/>
            </a:prstGeom>
          </p:spPr>
        </p:pic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08E4EA23-9F04-8A28-F3E5-6812D904C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993868" y="1871671"/>
              <a:ext cx="277916" cy="277916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D996B8DD-3484-FC45-2D3B-E66E9D150328}"/>
                </a:ext>
              </a:extLst>
            </p:cNvPr>
            <p:cNvSpPr txBox="1"/>
            <p:nvPr/>
          </p:nvSpPr>
          <p:spPr>
            <a:xfrm>
              <a:off x="7180445" y="1736546"/>
              <a:ext cx="362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2</a:t>
              </a:r>
              <a:endParaRPr lang="ko-KR" altLang="en-US" sz="3200" dirty="0">
                <a:latin typeface="Cafe24 Danjunghae" panose="02000000000000000000" pitchFamily="2" charset="-127"/>
                <a:ea typeface="Cafe24 Danjunghae" panose="02000000000000000000" pitchFamily="2" charset="-127"/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87ABEFE0-6946-46BA-9F84-599940BB9696}"/>
              </a:ext>
            </a:extLst>
          </p:cNvPr>
          <p:cNvGrpSpPr/>
          <p:nvPr/>
        </p:nvGrpSpPr>
        <p:grpSpPr>
          <a:xfrm>
            <a:off x="9438346" y="3328751"/>
            <a:ext cx="901660" cy="584775"/>
            <a:chOff x="6640926" y="1736546"/>
            <a:chExt cx="901660" cy="584775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E13AA9E1-1295-2BE6-5593-BA93DA7C6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6640926" y="1815443"/>
              <a:ext cx="419244" cy="419244"/>
            </a:xfrm>
            <a:prstGeom prst="rect">
              <a:avLst/>
            </a:prstGeom>
          </p:spPr>
        </p:pic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F8EE7169-E92D-8B45-B449-9DEA50F90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993868" y="1871671"/>
              <a:ext cx="277916" cy="277916"/>
            </a:xfrm>
            <a:prstGeom prst="rect">
              <a:avLst/>
            </a:prstGeom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4428C8E-B746-578B-CBCA-E4C04EFFB183}"/>
                </a:ext>
              </a:extLst>
            </p:cNvPr>
            <p:cNvSpPr txBox="1"/>
            <p:nvPr/>
          </p:nvSpPr>
          <p:spPr>
            <a:xfrm>
              <a:off x="7180445" y="1736546"/>
              <a:ext cx="362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4</a:t>
              </a:r>
              <a:endParaRPr lang="ko-KR" altLang="en-US" sz="3200" dirty="0">
                <a:latin typeface="Cafe24 Danjunghae" panose="02000000000000000000" pitchFamily="2" charset="-127"/>
                <a:ea typeface="Cafe24 Danjunghae" panose="02000000000000000000" pitchFamily="2" charset="-127"/>
              </a:endParaRPr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F22EDF9-EC67-B01B-F967-8FF3CBA93371}"/>
              </a:ext>
            </a:extLst>
          </p:cNvPr>
          <p:cNvSpPr/>
          <p:nvPr/>
        </p:nvSpPr>
        <p:spPr>
          <a:xfrm>
            <a:off x="169334" y="169334"/>
            <a:ext cx="11853333" cy="6519333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7792D077-F854-72BF-A698-8812E37A7929}"/>
              </a:ext>
            </a:extLst>
          </p:cNvPr>
          <p:cNvGrpSpPr/>
          <p:nvPr/>
        </p:nvGrpSpPr>
        <p:grpSpPr>
          <a:xfrm>
            <a:off x="6044200" y="5188307"/>
            <a:ext cx="1489880" cy="1409231"/>
            <a:chOff x="3339352" y="1383948"/>
            <a:chExt cx="1489880" cy="1409231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8A59BFC-7E88-9A89-B6BA-FF4D312C8BB7}"/>
                </a:ext>
              </a:extLst>
            </p:cNvPr>
            <p:cNvGrpSpPr/>
            <p:nvPr/>
          </p:nvGrpSpPr>
          <p:grpSpPr>
            <a:xfrm>
              <a:off x="3458454" y="1383948"/>
              <a:ext cx="1262161" cy="1402472"/>
              <a:chOff x="3387952" y="1383947"/>
              <a:chExt cx="1262161" cy="1402472"/>
            </a:xfrm>
          </p:grpSpPr>
          <p:sp>
            <p:nvSpPr>
              <p:cNvPr id="89" name="직사각형 88">
                <a:hlinkClick r:id="rId32" action="ppaction://hlinksldjump"/>
                <a:extLst>
                  <a:ext uri="{FF2B5EF4-FFF2-40B4-BE49-F238E27FC236}">
                    <a16:creationId xmlns:a16="http://schemas.microsoft.com/office/drawing/2014/main" id="{B9DAAA7F-5E89-9B74-0B50-8DA275E45E72}"/>
                  </a:ext>
                </a:extLst>
              </p:cNvPr>
              <p:cNvSpPr/>
              <p:nvPr/>
            </p:nvSpPr>
            <p:spPr>
              <a:xfrm rot="16200000">
                <a:off x="3317797" y="1454102"/>
                <a:ext cx="1402472" cy="1262161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bg1"/>
                  </a:gs>
                  <a:gs pos="55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1" name="그림 120">
                <a:hlinkClick r:id="rId32" action="ppaction://hlinksldjump"/>
                <a:extLst>
                  <a:ext uri="{FF2B5EF4-FFF2-40B4-BE49-F238E27FC236}">
                    <a16:creationId xmlns:a16="http://schemas.microsoft.com/office/drawing/2014/main" id="{698D436D-7C7B-04F5-7A35-723CDDB2DE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29767" y="1547771"/>
                <a:ext cx="778531" cy="77853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D9A7DCE8-E960-F48C-9730-942BA144A70C}"/>
                </a:ext>
              </a:extLst>
            </p:cNvPr>
            <p:cNvSpPr txBox="1"/>
            <p:nvPr/>
          </p:nvSpPr>
          <p:spPr>
            <a:xfrm>
              <a:off x="3339352" y="2393069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얼룩말</a:t>
              </a:r>
            </a:p>
          </p:txBody>
        </p: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C085F913-4360-D711-B973-509F7B1A7061}"/>
              </a:ext>
            </a:extLst>
          </p:cNvPr>
          <p:cNvGrpSpPr/>
          <p:nvPr/>
        </p:nvGrpSpPr>
        <p:grpSpPr>
          <a:xfrm>
            <a:off x="7442690" y="5187573"/>
            <a:ext cx="1489880" cy="1402475"/>
            <a:chOff x="1884360" y="1398324"/>
            <a:chExt cx="1489880" cy="1402475"/>
          </a:xfrm>
        </p:grpSpPr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E2179B3D-E07C-29F5-099F-D4FAE7B4999A}"/>
                </a:ext>
              </a:extLst>
            </p:cNvPr>
            <p:cNvGrpSpPr/>
            <p:nvPr/>
          </p:nvGrpSpPr>
          <p:grpSpPr>
            <a:xfrm>
              <a:off x="1997358" y="1398324"/>
              <a:ext cx="1262162" cy="1402475"/>
              <a:chOff x="1926856" y="1398323"/>
              <a:chExt cx="1262162" cy="1402475"/>
            </a:xfrm>
          </p:grpSpPr>
          <p:sp>
            <p:nvSpPr>
              <p:cNvPr id="125" name="직사각형 124">
                <a:hlinkClick r:id="rId34" action="ppaction://hlinksldjump"/>
                <a:extLst>
                  <a:ext uri="{FF2B5EF4-FFF2-40B4-BE49-F238E27FC236}">
                    <a16:creationId xmlns:a16="http://schemas.microsoft.com/office/drawing/2014/main" id="{4ABCCA5C-5FE3-48BE-906A-143E6FCD42F1}"/>
                  </a:ext>
                </a:extLst>
              </p:cNvPr>
              <p:cNvSpPr/>
              <p:nvPr/>
            </p:nvSpPr>
            <p:spPr>
              <a:xfrm rot="16200000">
                <a:off x="1856699" y="1468480"/>
                <a:ext cx="1402475" cy="126216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bg1"/>
                  </a:gs>
                  <a:gs pos="40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26" name="그림 125">
                <a:hlinkClick r:id="rId34" action="ppaction://hlinksldjump"/>
                <a:extLst>
                  <a:ext uri="{FF2B5EF4-FFF2-40B4-BE49-F238E27FC236}">
                    <a16:creationId xmlns:a16="http://schemas.microsoft.com/office/drawing/2014/main" id="{76C65E7E-AEBA-BBD4-304E-C00FE27300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168670" y="1547771"/>
                <a:ext cx="778531" cy="77853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3F16951-A5A1-A5E7-DAA6-E681755DE9AB}"/>
                </a:ext>
              </a:extLst>
            </p:cNvPr>
            <p:cNvSpPr txBox="1"/>
            <p:nvPr/>
          </p:nvSpPr>
          <p:spPr>
            <a:xfrm>
              <a:off x="1884360" y="2385447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하마</a:t>
              </a:r>
            </a:p>
          </p:txBody>
        </p: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3A6B231F-5816-B380-9867-10B8661547E8}"/>
              </a:ext>
            </a:extLst>
          </p:cNvPr>
          <p:cNvGrpSpPr/>
          <p:nvPr/>
        </p:nvGrpSpPr>
        <p:grpSpPr>
          <a:xfrm>
            <a:off x="8829466" y="5183254"/>
            <a:ext cx="1489880" cy="1402473"/>
            <a:chOff x="393548" y="1398323"/>
            <a:chExt cx="1489880" cy="1402473"/>
          </a:xfrm>
        </p:grpSpPr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62D19DF0-7601-01C4-9D7D-61AF428A9C1C}"/>
                </a:ext>
              </a:extLst>
            </p:cNvPr>
            <p:cNvGrpSpPr/>
            <p:nvPr/>
          </p:nvGrpSpPr>
          <p:grpSpPr>
            <a:xfrm>
              <a:off x="507479" y="1398323"/>
              <a:ext cx="1262162" cy="1402473"/>
              <a:chOff x="507479" y="1398323"/>
              <a:chExt cx="1262162" cy="1402473"/>
            </a:xfrm>
          </p:grpSpPr>
          <p:sp>
            <p:nvSpPr>
              <p:cNvPr id="130" name="직사각형 129">
                <a:hlinkClick r:id="rId36" action="ppaction://hlinksldjump"/>
                <a:extLst>
                  <a:ext uri="{FF2B5EF4-FFF2-40B4-BE49-F238E27FC236}">
                    <a16:creationId xmlns:a16="http://schemas.microsoft.com/office/drawing/2014/main" id="{79758B5E-F47E-6E5E-28E9-3DBCABA4C08B}"/>
                  </a:ext>
                </a:extLst>
              </p:cNvPr>
              <p:cNvSpPr/>
              <p:nvPr/>
            </p:nvSpPr>
            <p:spPr>
              <a:xfrm rot="16200000">
                <a:off x="437323" y="1468479"/>
                <a:ext cx="1402473" cy="126216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bg1"/>
                  </a:gs>
                  <a:gs pos="40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32" name="그림 131">
                <a:hlinkClick r:id="rId36" action="ppaction://hlinksldjump"/>
                <a:extLst>
                  <a:ext uri="{FF2B5EF4-FFF2-40B4-BE49-F238E27FC236}">
                    <a16:creationId xmlns:a16="http://schemas.microsoft.com/office/drawing/2014/main" id="{DA4FC58F-7B9D-2D51-1E29-978F734864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9222" y="1547771"/>
                <a:ext cx="778531" cy="77853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93D8012-6F69-8B7B-C3DA-B260BEFEEA7A}"/>
                </a:ext>
              </a:extLst>
            </p:cNvPr>
            <p:cNvSpPr txBox="1"/>
            <p:nvPr/>
          </p:nvSpPr>
          <p:spPr>
            <a:xfrm>
              <a:off x="393548" y="2374620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하이에나</a:t>
              </a:r>
            </a:p>
          </p:txBody>
        </p:sp>
      </p:grp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8E1B8C1F-F326-9215-4178-A493DA8A3F56}"/>
              </a:ext>
            </a:extLst>
          </p:cNvPr>
          <p:cNvGrpSpPr/>
          <p:nvPr/>
        </p:nvGrpSpPr>
        <p:grpSpPr>
          <a:xfrm>
            <a:off x="3266718" y="5196676"/>
            <a:ext cx="1489880" cy="1402471"/>
            <a:chOff x="6116874" y="1398325"/>
            <a:chExt cx="1489880" cy="1402471"/>
          </a:xfrm>
        </p:grpSpPr>
        <p:sp>
          <p:nvSpPr>
            <p:cNvPr id="141" name="직사각형 140">
              <a:hlinkClick r:id="rId38" action="ppaction://hlinksldjump"/>
              <a:extLst>
                <a:ext uri="{FF2B5EF4-FFF2-40B4-BE49-F238E27FC236}">
                  <a16:creationId xmlns:a16="http://schemas.microsoft.com/office/drawing/2014/main" id="{F6E53E31-2B29-C05F-8831-869B0D15FEF8}"/>
                </a:ext>
              </a:extLst>
            </p:cNvPr>
            <p:cNvSpPr/>
            <p:nvPr/>
          </p:nvSpPr>
          <p:spPr>
            <a:xfrm rot="16200000">
              <a:off x="6164228" y="1468481"/>
              <a:ext cx="1402471" cy="126216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40000">
                  <a:srgbClr val="FFC671"/>
                </a:gs>
              </a:gsLst>
              <a:lin ang="108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142" name="그림 141">
              <a:hlinkClick r:id="rId38" action="ppaction://hlinksldjump"/>
              <a:extLst>
                <a:ext uri="{FF2B5EF4-FFF2-40B4-BE49-F238E27FC236}">
                  <a16:creationId xmlns:a16="http://schemas.microsoft.com/office/drawing/2014/main" id="{24EC408C-AAB5-DF53-CBB2-B0F86E172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6477887" y="1553890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2E6457B-6D5D-BB09-17A3-1FC4B815FECB}"/>
                </a:ext>
              </a:extLst>
            </p:cNvPr>
            <p:cNvSpPr txBox="1"/>
            <p:nvPr/>
          </p:nvSpPr>
          <p:spPr>
            <a:xfrm>
              <a:off x="6116874" y="2386222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코끼리</a:t>
              </a:r>
            </a:p>
          </p:txBody>
        </p:sp>
      </p:grpSp>
      <p:grpSp>
        <p:nvGrpSpPr>
          <p:cNvPr id="144" name="그룹 143">
            <a:extLst>
              <a:ext uri="{FF2B5EF4-FFF2-40B4-BE49-F238E27FC236}">
                <a16:creationId xmlns:a16="http://schemas.microsoft.com/office/drawing/2014/main" id="{276AE58A-2E7A-D9E1-B4D4-86153823DD47}"/>
              </a:ext>
            </a:extLst>
          </p:cNvPr>
          <p:cNvGrpSpPr/>
          <p:nvPr/>
        </p:nvGrpSpPr>
        <p:grpSpPr>
          <a:xfrm>
            <a:off x="4651328" y="5190580"/>
            <a:ext cx="1489880" cy="1402470"/>
            <a:chOff x="4785622" y="1390709"/>
            <a:chExt cx="1489880" cy="1402470"/>
          </a:xfrm>
        </p:grpSpPr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DF50ACB6-409B-BB13-80C3-6FE5AD8A0E7C}"/>
                </a:ext>
              </a:extLst>
            </p:cNvPr>
            <p:cNvGrpSpPr/>
            <p:nvPr/>
          </p:nvGrpSpPr>
          <p:grpSpPr>
            <a:xfrm>
              <a:off x="4904340" y="1390709"/>
              <a:ext cx="1262162" cy="1402470"/>
              <a:chOff x="4833838" y="1390708"/>
              <a:chExt cx="1262162" cy="1402470"/>
            </a:xfrm>
          </p:grpSpPr>
          <p:sp>
            <p:nvSpPr>
              <p:cNvPr id="150" name="직사각형 149">
                <a:hlinkClick r:id="rId40" action="ppaction://hlinksldjump"/>
                <a:extLst>
                  <a:ext uri="{FF2B5EF4-FFF2-40B4-BE49-F238E27FC236}">
                    <a16:creationId xmlns:a16="http://schemas.microsoft.com/office/drawing/2014/main" id="{E694621C-65D7-DB0F-7CD2-A0044C46417E}"/>
                  </a:ext>
                </a:extLst>
              </p:cNvPr>
              <p:cNvSpPr/>
              <p:nvPr/>
            </p:nvSpPr>
            <p:spPr>
              <a:xfrm rot="16200000">
                <a:off x="4763684" y="1460862"/>
                <a:ext cx="1402470" cy="126216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40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152" name="그림 151">
                <a:hlinkClick r:id="rId40" action="ppaction://hlinksldjump"/>
                <a:extLst>
                  <a:ext uri="{FF2B5EF4-FFF2-40B4-BE49-F238E27FC236}">
                    <a16:creationId xmlns:a16="http://schemas.microsoft.com/office/drawing/2014/main" id="{C3E4BB5D-4DA6-DE5A-7683-5A9C72D35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075653" y="1547770"/>
                <a:ext cx="778531" cy="77853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20D19A9B-A707-AE82-1A26-EDE764DCF143}"/>
                </a:ext>
              </a:extLst>
            </p:cNvPr>
            <p:cNvSpPr txBox="1"/>
            <p:nvPr/>
          </p:nvSpPr>
          <p:spPr>
            <a:xfrm>
              <a:off x="4785622" y="2385448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기린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358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2542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D2A0E54-4E3A-5B83-5979-59324BBA09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5303" y="1344551"/>
            <a:ext cx="11641394" cy="5324981"/>
          </a:xfrm>
          <a:prstGeom prst="roundRect">
            <a:avLst>
              <a:gd name="adj" fmla="val 12419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98D9F1A3-D4E8-DF30-D74B-9B1F722CE51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51060" y="198300"/>
            <a:ext cx="1489880" cy="1402473"/>
            <a:chOff x="393548" y="1398323"/>
            <a:chExt cx="1489880" cy="140247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C7862C5-C40B-3877-75A6-64B0612DEA6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7479" y="1398323"/>
              <a:ext cx="1262162" cy="1402473"/>
              <a:chOff x="507479" y="1398323"/>
              <a:chExt cx="1262162" cy="1402473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F361FDCF-5FA6-AEDA-7674-45A33F05A7C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16200000">
                <a:off x="437323" y="1468479"/>
                <a:ext cx="1402473" cy="126216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bg1"/>
                  </a:gs>
                  <a:gs pos="40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51CC353B-5B4A-53F6-1D86-F13AA4341D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9222" y="1547771"/>
                <a:ext cx="778531" cy="77853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3F80C41-6E06-C66A-3187-461F76EFD8B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3548" y="2374620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하이에나</a:t>
              </a:r>
            </a:p>
          </p:txBody>
        </p:sp>
      </p:grpSp>
      <p:pic>
        <p:nvPicPr>
          <p:cNvPr id="10" name="그림 9">
            <a:hlinkClick r:id="rId3" action="ppaction://hlinksldjump"/>
            <a:extLst>
              <a:ext uri="{FF2B5EF4-FFF2-40B4-BE49-F238E27FC236}">
                <a16:creationId xmlns:a16="http://schemas.microsoft.com/office/drawing/2014/main" id="{498A8A9D-0D60-11A1-62B5-2BB634F67B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D3CA3C-1A76-2D86-512B-4F2E8F18B1F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86C704-BDC1-638A-E352-98B55DCDB61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0343" y="1437616"/>
            <a:ext cx="1538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[ 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초원 </a:t>
            </a:r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]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46DA390-9F94-5300-5AFE-D58FA7E3878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09842" y="1354988"/>
            <a:ext cx="901660" cy="584775"/>
            <a:chOff x="6640926" y="1736546"/>
            <a:chExt cx="901660" cy="58477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FFEDA18-BFCE-7EA2-9FD5-64BD7AC751A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40926" y="1815443"/>
              <a:ext cx="419244" cy="41924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6855397-C8FF-B129-EB7C-9288675BABD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93868" y="1871671"/>
              <a:ext cx="277916" cy="27791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DB1CBC4-9108-A0CF-0F6D-61A9034A345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80445" y="1736546"/>
              <a:ext cx="362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1</a:t>
              </a:r>
              <a:endParaRPr lang="ko-KR" altLang="en-US" sz="3200" dirty="0">
                <a:latin typeface="Cafe24 Danjunghae" panose="02000000000000000000" pitchFamily="2" charset="-127"/>
                <a:ea typeface="Cafe24 Danjunghae" panose="02000000000000000000" pitchFamily="2" charset="-127"/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8045A14-FC9D-A5AB-94C1-8825824C74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23" y="1937983"/>
            <a:ext cx="11059706" cy="44136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80D648F-5B95-FBD5-24BA-282944A2A3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16" y="5598662"/>
            <a:ext cx="1167581" cy="11675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04BA665-89EB-C1D0-3C75-EB5A5E0F0A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10837604" y="5598661"/>
            <a:ext cx="1167581" cy="116758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66B8F52-0BD9-944B-EB0D-98714D4D5D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 flipH="1" flipV="1">
            <a:off x="10837604" y="1252486"/>
            <a:ext cx="1167581" cy="11675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E604FDD-5539-261B-69AA-F6AE4D0C1E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181281" y="1252486"/>
            <a:ext cx="1167581" cy="11675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07923D-3799-27DD-D093-4CE4BA730697}"/>
              </a:ext>
            </a:extLst>
          </p:cNvPr>
          <p:cNvSpPr txBox="1"/>
          <p:nvPr/>
        </p:nvSpPr>
        <p:spPr>
          <a:xfrm>
            <a:off x="869410" y="2890391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just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   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일정한 지역에 같은 종의 개체가 무리를 이룬 것을 무엇이라 하는가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?</a:t>
            </a:r>
          </a:p>
          <a:p>
            <a:pPr algn="ctr"/>
            <a:r>
              <a:rPr lang="en-US" altLang="ko-KR" sz="20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5DFA1B-3BD9-813A-D96E-9E27FF5239F9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  <a:endParaRPr lang="en-US" altLang="ko-KR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개체군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072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C0B7-62D2-9AB8-F93A-69987EAEC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CF084F2-C71E-389B-3C15-A1EBD6E4F0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5303" y="1344551"/>
            <a:ext cx="11641394" cy="5324981"/>
          </a:xfrm>
          <a:prstGeom prst="roundRect">
            <a:avLst>
              <a:gd name="adj" fmla="val 12419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9FD6540E-3BBC-1A5A-7B0A-9946B17EBE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C8A4A3E-D8A2-4B71-96F4-59E44A6AF6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24D970-8538-A136-2983-66456A7D7E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0343" y="1437616"/>
            <a:ext cx="1538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[ 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초원 </a:t>
            </a:r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]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0181A72-87C9-0A68-E074-BD2BA3C8F65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09842" y="1354988"/>
            <a:ext cx="901660" cy="584775"/>
            <a:chOff x="6640926" y="1736546"/>
            <a:chExt cx="901660" cy="58477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19C44E7-008E-6F35-9B80-8019E32A7EF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0926" y="1815443"/>
              <a:ext cx="419244" cy="41924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11C9B02-D20B-C187-E8F8-AFF8BB28126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93868" y="1871671"/>
              <a:ext cx="277916" cy="27791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C96BC8-FDA8-FFEB-8E50-C9E68BDE3F2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80445" y="1736546"/>
              <a:ext cx="362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1</a:t>
              </a:r>
              <a:endParaRPr lang="ko-KR" altLang="en-US" sz="3200" dirty="0">
                <a:latin typeface="Cafe24 Danjunghae" panose="02000000000000000000" pitchFamily="2" charset="-127"/>
                <a:ea typeface="Cafe24 Danjunghae" panose="02000000000000000000" pitchFamily="2" charset="-127"/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0E7B866-008F-0400-6C48-B3DD87F1C4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23" y="1937983"/>
            <a:ext cx="11059706" cy="44136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34BE7407-D993-6F30-2843-AB7F8911EC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16" y="5598662"/>
            <a:ext cx="1167581" cy="11675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C755D4A-900B-D956-EE5F-3C50BED3023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837604" y="5598661"/>
            <a:ext cx="1167581" cy="116758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BD6C732-5C5C-D6C1-65A2-9B5563FC51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H="1" flipV="1">
            <a:off x="10837604" y="1252486"/>
            <a:ext cx="1167581" cy="11675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1371E2B9-7EA6-FF97-3856-A8C30BBCE5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181281" y="1252486"/>
            <a:ext cx="1167581" cy="116758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FD04CDF5-A257-D876-E2F4-75705B70EC4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50009" y="198300"/>
            <a:ext cx="1489880" cy="1402475"/>
            <a:chOff x="1884360" y="1398324"/>
            <a:chExt cx="1489880" cy="1402475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07440C84-0A48-C2E4-0E37-8E8BA14E9AB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1997358" y="1398324"/>
              <a:ext cx="1262162" cy="1402475"/>
              <a:chOff x="1926856" y="1398323"/>
              <a:chExt cx="1262162" cy="1402475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2D3536A4-2891-B95E-1801-22855620B30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16200000">
                <a:off x="1856699" y="1468480"/>
                <a:ext cx="1402475" cy="126216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bg1"/>
                  </a:gs>
                  <a:gs pos="40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860DD667-B877-BC14-783B-AD1606EA8AF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8670" y="1547771"/>
                <a:ext cx="778531" cy="77853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842330-9210-1EA7-8177-EB36481DF1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884360" y="2385447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하마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044BEB2-B94A-A80D-C327-A397E4A68ED1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비생물적 요인 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3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개를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1DA4E2-330B-C934-CCC1-3194D2520E61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빛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공기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온도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물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토양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037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B4936-E630-3530-EC3E-3D861736F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E1D0FFF-5B0F-5A6B-E0EC-3DC076FAEF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5303" y="1344551"/>
            <a:ext cx="11641394" cy="5324981"/>
          </a:xfrm>
          <a:prstGeom prst="roundRect">
            <a:avLst>
              <a:gd name="adj" fmla="val 12419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CCB9D99F-CF08-8E26-0AE8-BE28D7CAC1B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B3264-9583-6760-E256-33E88D50C7B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2377EB-351B-8EA0-14EE-AA69FC9095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0343" y="1437616"/>
            <a:ext cx="1538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[ 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초원 </a:t>
            </a:r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]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8F8399D-910F-1718-2FB7-FDB8B092CEF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09842" y="1354988"/>
            <a:ext cx="901660" cy="584775"/>
            <a:chOff x="6640926" y="1736546"/>
            <a:chExt cx="901660" cy="58477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6E27A4D-D2A1-BEB4-4B21-8AD91EEE7FF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0926" y="1815443"/>
              <a:ext cx="419244" cy="41924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ACC14C5-C0AF-052D-72EC-F05036C069B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93868" y="1871671"/>
              <a:ext cx="277916" cy="27791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A71E7D-27A3-F20F-C55E-536717ED6A9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80445" y="1736546"/>
              <a:ext cx="362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1</a:t>
              </a:r>
              <a:endParaRPr lang="ko-KR" altLang="en-US" sz="3200" dirty="0">
                <a:latin typeface="Cafe24 Danjunghae" panose="02000000000000000000" pitchFamily="2" charset="-127"/>
                <a:ea typeface="Cafe24 Danjunghae" panose="02000000000000000000" pitchFamily="2" charset="-127"/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A83A0D6-1C0D-5220-65A1-C17A61D057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23" y="1937983"/>
            <a:ext cx="11059706" cy="44136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05EE49D-2134-874D-898B-033FEEC1991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16" y="5598662"/>
            <a:ext cx="1167581" cy="11675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53D0005-3A43-9CCA-9C72-AE2462D04EE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837604" y="5598661"/>
            <a:ext cx="1167581" cy="116758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4A64E4-4BC7-29CD-7DB0-104E11377B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H="1" flipV="1">
            <a:off x="10837604" y="1252486"/>
            <a:ext cx="1167581" cy="11675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E3F0744-756C-57B4-A8D6-20FEA9C352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181281" y="1252486"/>
            <a:ext cx="1167581" cy="116758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00054B9-EFA6-030F-4C81-97318F376E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51060" y="198300"/>
            <a:ext cx="1489880" cy="1409231"/>
            <a:chOff x="3339352" y="1383948"/>
            <a:chExt cx="1489880" cy="140923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C87759B9-2F7B-F608-3644-B37EE91C014A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458454" y="1383948"/>
              <a:ext cx="1262161" cy="1402472"/>
              <a:chOff x="3387952" y="1383947"/>
              <a:chExt cx="1262161" cy="1402472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26AAFACF-B06D-6029-8264-1A70B0C5687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16200000">
                <a:off x="3317797" y="1454102"/>
                <a:ext cx="1402472" cy="1262161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bg1"/>
                  </a:gs>
                  <a:gs pos="55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1E944FBF-20E8-482C-3E81-524A1F2D16B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29767" y="1547771"/>
                <a:ext cx="778531" cy="77853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5E1B0B-594C-01A5-B7E6-5CB453F8AEB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39352" y="2393069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얼룩말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F5F7216-6D33-DEBD-EE3C-E3CDE48863F6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생장 곡선에서 개체군의 생장을 억제하는 환경 요인을 무엇이라 하는가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?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91BD6-B9C6-A5F6-6E17-916EEF69F405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환경 저항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910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794F3-9125-E58A-4459-B7B21CE9B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640F56A-8CFA-2FD4-D4A4-525E5D729F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5303" y="1344551"/>
            <a:ext cx="11641394" cy="5324981"/>
          </a:xfrm>
          <a:prstGeom prst="roundRect">
            <a:avLst>
              <a:gd name="adj" fmla="val 12419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30C0AA11-86EE-6887-0B8C-1F90414DE1D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C54D83-7F45-4656-6128-982B72F185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9F605-5924-5B4C-45E6-B090602E4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60343" y="1437616"/>
            <a:ext cx="15387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[ 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초원 </a:t>
            </a:r>
            <a:r>
              <a:rPr lang="en-US" altLang="ko-KR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]</a:t>
            </a:r>
            <a:r>
              <a:rPr lang="ko-KR" altLang="en-US" sz="2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5F5894D-CFFA-5D63-B226-3A91AE5C384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009842" y="1354988"/>
            <a:ext cx="901660" cy="584775"/>
            <a:chOff x="6640926" y="1736546"/>
            <a:chExt cx="901660" cy="58477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D8013-8EC2-E7CB-3923-CBC2E1538EA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40926" y="1815443"/>
              <a:ext cx="419244" cy="41924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3B029E9D-E654-2567-C88B-5B1F4EFBDED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993868" y="1871671"/>
              <a:ext cx="277916" cy="27791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BE4311C-2CE4-FC65-D1A2-1FE45574256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80445" y="1736546"/>
              <a:ext cx="36214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32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1</a:t>
              </a:r>
              <a:endParaRPr lang="ko-KR" altLang="en-US" sz="3200" dirty="0">
                <a:latin typeface="Cafe24 Danjunghae" panose="02000000000000000000" pitchFamily="2" charset="-127"/>
                <a:ea typeface="Cafe24 Danjunghae" panose="02000000000000000000" pitchFamily="2" charset="-127"/>
              </a:endParaRPr>
            </a:p>
          </p:txBody>
        </p:sp>
      </p:grp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508AD34-E731-3CE8-74B9-09F0692E9C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2023" y="1937983"/>
            <a:ext cx="11059706" cy="44136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11452BA4-E8A8-9A08-2888-8CA7CAAC79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16" y="5598662"/>
            <a:ext cx="1167581" cy="11675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DD5BB43-EB31-7212-FB76-C11A4FC3DC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10837604" y="5598661"/>
            <a:ext cx="1167581" cy="116758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46A044A-6FF4-C26B-71EA-4C2928934A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H="1" flipV="1">
            <a:off x="10837604" y="1252486"/>
            <a:ext cx="1167581" cy="116758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E59AF84-5BCB-3FF8-23DE-192B6D1F1E3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181281" y="1252486"/>
            <a:ext cx="1167581" cy="1167581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8F4DFF3E-E8FE-0E90-4386-0A4D0E722F6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198300"/>
            <a:ext cx="1489880" cy="1402470"/>
            <a:chOff x="4785622" y="1390709"/>
            <a:chExt cx="1489880" cy="1402470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F4706116-46B8-CCD9-36FE-F5D32D9F897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904340" y="1390709"/>
              <a:ext cx="1262162" cy="1402470"/>
              <a:chOff x="4833838" y="1390708"/>
              <a:chExt cx="1262162" cy="1402470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431ED6FF-80F0-2631-B67E-8564F935F7B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16200000">
                <a:off x="4763684" y="1460862"/>
                <a:ext cx="1402470" cy="1262162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40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0B9418F8-C1E0-A497-5470-1A60D3A7BEE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75653" y="1547770"/>
                <a:ext cx="778531" cy="77853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D94079-B0DB-E5DD-D8DB-28A41F0332C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785622" y="2385448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기린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EE46C67-44BB-9E02-7CF5-1626B8F3DF7F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질소 고정 세균의 종류 두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가지를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FF39DC-B0D7-4A65-F817-7ABE24E61475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뿌리혹 박테리아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아조토박터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9187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53D0-2940-4740-864C-57BA1EFA1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11E60BC9-8588-5EB7-1A15-A54DED5F2CC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326A99-6D09-DEE4-BDEE-CE4C3E8F9E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5A5EE30D-FAAE-73E6-BA71-0BCB212CD52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CE5491B5-9F84-23AD-5BFB-217C2C50ACE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78EB24-745F-212D-F9FB-74B5D37A6E9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초원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0FB09AC-EA33-83BF-C374-B35FAF2DEF7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408F1B90-54F3-C634-C6E0-C71922EEA3B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15BD9898-DD29-0906-9EAF-F409847CBC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E1F6EF-86E8-9137-B0EC-3B1AED3CDA6C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1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8F12911F-40A6-528F-95EF-ACE8A5D4A13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F23984F-20DA-13D1-820C-B95F26FD4BE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B96C6197-D4E3-5699-FCE0-8D3BF3F41EF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DCD567E-2826-72B3-E1E4-89291E92100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D6D26B4-43AD-3E50-B0B5-78B2A00243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31BD4C8-2E6A-ABA1-86D2-29CDBA92BC6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198303"/>
            <a:ext cx="1489880" cy="1402471"/>
            <a:chOff x="6116874" y="1398325"/>
            <a:chExt cx="1489880" cy="1402471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ED5518F-E4EA-1B72-2400-C3FAD9FB7E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6164228" y="1468481"/>
              <a:ext cx="1402471" cy="126216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lumMod val="5000"/>
                    <a:lumOff val="95000"/>
                  </a:schemeClr>
                </a:gs>
                <a:gs pos="40000">
                  <a:srgbClr val="FFC671"/>
                </a:gs>
              </a:gsLst>
              <a:lin ang="108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5F807ED-336B-8F90-09B3-B3FEE51F504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77887" y="1553890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6265B6B-071D-BB40-41D5-FFDDFDFE3BF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116874" y="2386222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코끼리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64E61F2-F804-6088-0682-4D0952AA5D70}"/>
              </a:ext>
            </a:extLst>
          </p:cNvPr>
          <p:cNvSpPr txBox="1"/>
          <p:nvPr/>
        </p:nvSpPr>
        <p:spPr>
          <a:xfrm>
            <a:off x="869410" y="2916060"/>
            <a:ext cx="10453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생태적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지위가 동일한 개체군은 같은 장소에 공존을 계속할 수 없다는</a:t>
            </a:r>
            <a:endParaRPr lang="en-US" altLang="ko-KR" sz="28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원리는 무엇인가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?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1FD47-9475-2088-83E7-F75E59323B47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경쟁 배타의 원리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3633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0C69B-12FF-4D64-B628-C6824896F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2D9E6E54-F501-774B-9E9E-F8455FED16E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E42E98-E509-0EBB-A8D2-994EEEA32DD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FF9519EE-F701-FAEE-AF57-6E23B3D30CA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4B151DE0-9547-A22F-7C11-54A1B449E0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72F9A3-9576-B7A1-9ECA-F0DC7E0ED88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초원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C83C4FB-309E-E558-ABA9-681909D8166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EFC27D05-3E0A-BC07-0D05-9B6161A4319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5396FCE7-7417-1930-42D8-B8B488F5A90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ABBC6D-F38B-D321-3A57-EB0B041B3367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1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C45474CD-7142-FCF4-17D4-9854AE51E5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50DD52BB-7D41-52F0-B0A5-BC798B33380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0CF7E9B-F5AE-A7A7-2436-3B90ED00A0E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BB433AD-9842-78DB-1CFE-E1D037B10C2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5B9C9CB-4ADE-0389-DD16-4E860592A9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9617A70-2802-8034-C4A3-6D4420F89B4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203500"/>
            <a:ext cx="1489880" cy="1402474"/>
            <a:chOff x="7626650" y="1398324"/>
            <a:chExt cx="1489880" cy="140247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D2424299-B62D-F116-DCB0-D79698C523B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7736514" y="1398324"/>
              <a:ext cx="1262164" cy="1402474"/>
              <a:chOff x="7666012" y="1398323"/>
              <a:chExt cx="1262164" cy="1402474"/>
            </a:xfrm>
          </p:grpSpPr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F7504EFC-A83D-633A-0BD1-7C0BD6B2713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16200000">
                <a:off x="7595857" y="1468478"/>
                <a:ext cx="1402474" cy="1262164"/>
              </a:xfrm>
              <a:prstGeom prst="rect">
                <a:avLst/>
              </a:prstGeom>
              <a:gradFill flip="none" rotWithShape="1"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40000">
                    <a:srgbClr val="FFC671"/>
                  </a:gs>
                </a:gsLst>
                <a:lin ang="10800000" scaled="1"/>
                <a:tileRect/>
              </a:gradFill>
              <a:ln w="571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A9CC0295-59A0-E51B-548D-56B9BF6E2F0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891152" y="1547770"/>
                <a:ext cx="811884" cy="81188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3C579C0-0F54-2F8A-2D41-3D7FA4D2679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626650" y="2382241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사자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4616445-A3AE-8ED7-8F3B-4B63C22F2AA9}"/>
              </a:ext>
            </a:extLst>
          </p:cNvPr>
          <p:cNvSpPr txBox="1"/>
          <p:nvPr/>
        </p:nvSpPr>
        <p:spPr>
          <a:xfrm>
            <a:off x="869410" y="2916060"/>
            <a:ext cx="10453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환경 요구 조건이 비슷한 개체군들이 함께 생활할 때 </a:t>
            </a:r>
            <a:endParaRPr lang="en-US" altLang="ko-KR" sz="28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서식지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먹이 등을 달리하여 경쟁을 피하는 현상을 무엇이라 하는가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?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6021ED-7762-68B7-0479-9CCAA4DCCF32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분서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13971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DAF9-E130-F4D4-E56D-402341E25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AC83FD45-48E5-F88D-8171-A63F8ECD105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D54F85-98AF-5822-2167-FF42149BBD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983E286-E80C-DF4E-57B8-28CF692FA50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758F6A9-62E3-1AAE-2253-3B6CC53983F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E04B261-D30E-19C6-8EC0-EA820313FD9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0007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극지방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65516E0-EB31-3F2D-9557-D80558554AD0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98330" y="1354988"/>
              <a:ext cx="901660" cy="584775"/>
              <a:chOff x="6729414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9FDEC6B5-745B-0E99-B7E1-E593C66BDB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9414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A81E9F6F-A2F3-7B52-9DE1-F8FCF919D4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82356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5C892F-2C76-8248-1FFF-74B8C50E2B65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68933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2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C3AFFFC2-A219-2B61-FC31-31D0D3A9168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CCE4634-790C-8542-D7BA-A77E14773DF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02AB272-4C32-3E6B-7716-C5A3AF9E79B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B565BA96-23E5-FF5C-9AD9-95A4BA7D91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E4C66237-7AFC-CB18-CAC6-4B408AAD1B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267E35D-BD79-B453-1E15-2CA04128D3C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203500"/>
            <a:ext cx="1489880" cy="1398135"/>
            <a:chOff x="148920" y="5192490"/>
            <a:chExt cx="1489880" cy="139813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21460CD-0423-0DD3-73EA-C5C3F76915E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 flipH="1">
              <a:off x="259239" y="5192490"/>
              <a:ext cx="1262164" cy="1398135"/>
            </a:xfrm>
            <a:prstGeom prst="rect">
              <a:avLst/>
            </a:prstGeom>
            <a:gradFill flip="none" rotWithShape="1">
              <a:gsLst>
                <a:gs pos="90000">
                  <a:schemeClr val="accent1">
                    <a:lumMod val="5000"/>
                    <a:lumOff val="95000"/>
                  </a:schemeClr>
                </a:gs>
                <a:gs pos="50000">
                  <a:srgbClr val="DADFFA"/>
                </a:gs>
                <a:gs pos="0">
                  <a:schemeClr val="accent1">
                    <a:lumMod val="45000"/>
                    <a:lumOff val="55000"/>
                  </a:schemeClr>
                </a:gs>
                <a:gs pos="0">
                  <a:srgbClr val="BEC8F7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F8AC22-9428-DC13-8434-87585103163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8920" y="6173127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펭귄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7BF0D8FD-D21E-9A6A-BF66-418F0C0CD1A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63177" y="5288984"/>
              <a:ext cx="866755" cy="86675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2A85EE0-A5CB-305A-C035-C9EACC1B51CC}"/>
              </a:ext>
            </a:extLst>
          </p:cNvPr>
          <p:cNvSpPr txBox="1"/>
          <p:nvPr/>
        </p:nvSpPr>
        <p:spPr>
          <a:xfrm>
            <a:off x="712177" y="2875446"/>
            <a:ext cx="1075231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생존 곡선에서 사망률이 일정한 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Ⅱ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형에 해당하는 생물 예시를 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2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개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endParaRPr lang="ko-KR" altLang="en-US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B9F6D-F535-57CC-E354-A775E1710ABF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히드라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다람쥐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조류 등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649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BEFFA-D746-0469-6600-17A4E45B6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5FF3BF62-2DE0-8105-CFFE-E4B2F5BDB0E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B6C916-1963-374E-8BAE-5C525DF45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A76F976-A51B-F1C2-8429-51C0CBCF332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13DDC2E-0A66-688B-9888-C778410693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3B23B4-C3E8-BDE9-19EA-1F5A026A083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0007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극지방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766DD0FD-B7F2-5BF3-2C12-62D220A755CE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98330" y="1354988"/>
              <a:ext cx="901660" cy="584775"/>
              <a:chOff x="6729414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59E2DB1E-079F-61C3-663B-70BF95913EB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9414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0CD37539-031E-F7D5-9136-630E18F60A7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82356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0D4162E-C48C-B392-1A6E-A4DC6D52DDA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68933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2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DF86E3A5-3ABC-3942-78C9-9D032F707D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AD649BE1-ED56-1F95-53A2-1128D92C7B4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591DBB34-8BAC-8FA7-79E2-C5807F50A4F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8AA4F8B-8DBD-AC5C-134C-2403FB3F012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C98BA4CA-ABAE-0807-B640-5EE04FCB287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2C2AD4E4-13FF-822A-D58C-AE35A5509E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202292"/>
            <a:ext cx="1489880" cy="1398135"/>
            <a:chOff x="158752" y="3708915"/>
            <a:chExt cx="1489880" cy="1398135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6F65EF3-20F9-0D69-0231-15F66536A5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 flipH="1">
              <a:off x="259239" y="3708915"/>
              <a:ext cx="1262164" cy="1398135"/>
            </a:xfrm>
            <a:prstGeom prst="rect">
              <a:avLst/>
            </a:prstGeom>
            <a:gradFill flip="none" rotWithShape="1">
              <a:gsLst>
                <a:gs pos="90000">
                  <a:schemeClr val="accent1">
                    <a:lumMod val="5000"/>
                    <a:lumOff val="95000"/>
                  </a:schemeClr>
                </a:gs>
                <a:gs pos="50000">
                  <a:srgbClr val="DADFFA"/>
                </a:gs>
                <a:gs pos="0">
                  <a:schemeClr val="accent1">
                    <a:lumMod val="45000"/>
                    <a:lumOff val="55000"/>
                  </a:schemeClr>
                </a:gs>
                <a:gs pos="0">
                  <a:srgbClr val="BEC8F7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91D5D35-E547-B329-918A-2022E41ECB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8752" y="4680872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바다 사자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C969FBD-C1A0-03CF-99DE-6BB89F3510A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98629" y="3854022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9E8F4CC-FBB1-2027-CC4E-95B0580C1A62}"/>
              </a:ext>
            </a:extLst>
          </p:cNvPr>
          <p:cNvSpPr txBox="1"/>
          <p:nvPr/>
        </p:nvSpPr>
        <p:spPr>
          <a:xfrm>
            <a:off x="869410" y="2886444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개체군 내 상호 작용의 종류 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4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가지를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ADA991-ED69-AE2D-6C78-DE7872779548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텃세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순위제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리더제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가족생활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사회생활 중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4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개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327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61AC-1281-CAC7-F019-988107A9A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AAC2C8FD-19CF-14BE-5820-74E800CE2FA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F1296F-E284-F5D6-BFC0-9838786162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46BB241-42DC-2BB0-217C-5FD2FC45F60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F92F92F0-A75F-E125-6C45-5D10541F50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BE7C0C4-642D-3441-6C4F-08ACF8099D1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80007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극지방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5C6F36E-C63B-079C-F693-09C1424448A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98330" y="1354988"/>
              <a:ext cx="901660" cy="584775"/>
              <a:chOff x="6729414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4C312C6C-781F-2240-1445-9CE903FDDB3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29414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DAC3DC06-BA95-F20D-830D-4007DC5AF4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82356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80DECC-2D99-B049-3369-0E27942C01B2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268933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2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C0F38B73-AEEE-141E-4C4E-16AFA17895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CAF67BF0-7C03-072F-DE63-382F2D7AF0B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853E86B9-59EB-6273-70BB-9063A677ED7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6834C688-C0FA-3F8F-03E4-8EB4ACE4A60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4207BD2C-C6A9-557A-6E12-FB814CF664A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99A94876-2A04-A7BF-A521-C657C850A44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202292"/>
            <a:ext cx="1489880" cy="1398135"/>
            <a:chOff x="148920" y="2216658"/>
            <a:chExt cx="1489880" cy="139813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3853E89-37AE-B8CC-B445-4CF8E3C3F7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 flipH="1">
              <a:off x="259239" y="2216658"/>
              <a:ext cx="1262164" cy="1398135"/>
            </a:xfrm>
            <a:prstGeom prst="rect">
              <a:avLst/>
            </a:prstGeom>
            <a:gradFill flip="none" rotWithShape="1">
              <a:gsLst>
                <a:gs pos="90000">
                  <a:schemeClr val="accent1">
                    <a:lumMod val="5000"/>
                    <a:lumOff val="95000"/>
                  </a:schemeClr>
                </a:gs>
                <a:gs pos="50000">
                  <a:srgbClr val="DADFFA"/>
                </a:gs>
                <a:gs pos="0">
                  <a:schemeClr val="accent1">
                    <a:lumMod val="45000"/>
                    <a:lumOff val="55000"/>
                  </a:schemeClr>
                </a:gs>
                <a:gs pos="0">
                  <a:srgbClr val="BEC8F7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4DECAD-14AB-DB33-E0FC-57D177CC0E9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48920" y="3192957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북극곰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F274858-79A9-44D1-C158-8A3203611B0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289" y="2366285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B9EC0F3-3A33-FB4D-D20F-FDE80FACBF81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군집 내 개체군의 상호 작용의 유형 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4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가지를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173478-D4A9-5F6A-15AA-C4B151E11040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종간 경쟁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분서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상리 공생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편리 공생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편해 공생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기생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포식과 피식 중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4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가지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372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E8B99-46D2-8EB6-4043-50FF440C5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53596678-BE12-BB7C-C3F7-C71EF5C29AD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9A5F70C-8770-4CC7-AA60-1F846BCB092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A68668A-012A-73D6-788D-86BF8BC05CB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5EAE5DCF-6169-655E-73D0-0876A350C6C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CE645EF-F94B-C742-41DC-D073ED5AD2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바다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03BFDAB5-762C-10D5-710C-B662CFDB7D6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79969235-5A78-6EA3-66B4-019A754E46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B2FDC84F-45BD-CF18-85FA-2C1CE885848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9BC3528-01D6-8190-0CE9-0C4748194CA0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3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0D10EE2-D548-CB57-3E7C-6D3E5DB5D3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59716B9-FE88-56A7-DD32-A0163E2CBC6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9C6DE18-5274-40F2-1D4A-AD79E0DF072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8DB8882-0E31-543F-DF14-305867FCF43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B2ACB9ED-F8A5-856C-148A-11BEAB2D353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63D6098-954E-0DE4-A33E-13E08BA3DCFA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51060" y="204535"/>
            <a:ext cx="1489880" cy="1401439"/>
            <a:chOff x="1179084" y="270296"/>
            <a:chExt cx="1489880" cy="1401439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69F27CC-0EDE-AFF3-46AA-A513E513BC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1225402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48EBEA3-168B-F8FC-FBC4-989FBC4283B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9084" y="1248634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문어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BB00E255-4532-C1A5-8516-E146FA4C753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34758" y="418601"/>
              <a:ext cx="778531" cy="77853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D177625-D791-647B-7AD4-2F48DD13AB01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순위제를 하는 생물 예시 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3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개를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E05968-019A-599E-88FF-A6F9C05EDAE0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닭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큰뿔양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일본 원숭이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562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1E9B8-BFF0-18F9-9499-0F25FE2E0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D614C225-334C-B7DC-4C17-AC3D70158FC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09F19D-F727-9E41-CA92-476E38551D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CF72E20-C7FC-4CB5-F013-83CE92E17ED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349483F3-BA11-B7EF-615F-85A47F92504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1FA6E6B-A2AC-3BD7-10EF-ED7F35485C3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바다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6DF2DBD-8E51-6A4D-58F9-AF4641D9569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B5A7EC25-CCCE-AC89-1CBA-EC448765C7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11221A96-A15C-9EA9-02EA-8AD31581116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7489817-26C2-6563-6AC3-632B4A7999F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3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EC3D0701-2F3B-0E44-B443-49853D7A55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8960982F-15AF-9B9C-288D-1014F7F82E7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DE55DA4-2B26-2EB2-619B-F8CFD0F361F4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21C6C17-87AC-8178-8654-4CBE6516070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551D4EC-DE29-C41B-747C-A26E9AD2692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838290E9-D398-B9F7-499D-CC9B6DBB415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204534"/>
            <a:ext cx="1489880" cy="1401439"/>
            <a:chOff x="2560988" y="270296"/>
            <a:chExt cx="1489880" cy="140143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2D631CC-1442-04D4-E882-F58D20B059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2611012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61477F-512D-FF60-C2FE-987FD2D22B0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60988" y="1259195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산호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9159B3C-2345-0DA8-CC39-4F31159DC95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900042" y="405939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87BA11-1C8C-9B33-B013-F58F4F86D162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편리 공생에 해당하는 생물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-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생물의 예시를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9F27A-651C-F672-69D9-A755ABF92A89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빨판 상어와 바다 거북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혹등고래와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따개비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해삼과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숨이고기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등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120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7A8BF-4C34-A997-BAF6-842BB45D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A61E44AD-F7F6-8025-D8C8-0F96D2FA03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8157C54-9DB6-F7D1-7527-B8B545D511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606A113D-8849-9BFD-4C78-D1E82853902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C74C073-2CEE-ADD9-B38C-6B27A3FD102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324341-D91B-7CEF-207D-14AAE3F1016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바다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AB520BF9-16B5-D0A4-2C33-1EA814763B3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6EBAADE4-4F0E-1F84-3EEA-14A4E262797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AB7B5B5A-7803-BCD3-D706-7E5383B430D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B352737-91A6-3D6B-CAE0-DE3ECB2FE1E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3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2F677842-D417-7B93-8256-9D838D2FFA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0184551-2396-25A1-F4D7-86EB4FF78A7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F467424-C3A9-096C-93FC-EC27ADD5D74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16755F4-511A-B00D-3CCC-4194AEA08BF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A8FC3BE5-D185-AEF6-5BF6-2AA795927B2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4AADEF46-7F4C-ED7F-3CF5-139E7FEBC62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51060" y="201459"/>
            <a:ext cx="1489880" cy="1411272"/>
            <a:chOff x="3933580" y="270296"/>
            <a:chExt cx="1489880" cy="141127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6911EFD-82CB-79FB-BA61-3F62032BE7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3987632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13E8BF-799B-7BBC-D196-903FDAEE767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33580" y="1281458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게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6BA2B33-9EE3-854C-7F4B-1249A5EC154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95261" y="442520"/>
              <a:ext cx="778531" cy="77853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993D7AC-09AB-8E93-6B16-1130726656E1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상리 공생에 해당하는 생물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-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생물의 예시를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2C7639-E74F-00CE-B985-DB9A62F45531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흰동가리와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말미잘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지의류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개미와 진딧물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콩과 식물과 뿌리혹 박테리아 등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432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71DCA-52D0-36A8-01D0-BFAED4065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CFD38D5D-8A40-1031-C88E-8D695AA839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D04EDA2-6059-F41F-87B3-C73387C3F4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BE535BB-52EC-9DA4-0524-3DB17D58648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AE6E402D-98C1-C98D-0DD8-290BE27FA9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0FC24D-72C5-0EC6-2036-6983365B2CE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바다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CA6AA48-E7EC-7DE1-D36F-CD8B89F8A02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2252F3AD-0A10-CAAD-141C-BBAE2BF1DF7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EE474D55-5CB0-B6EC-92F5-CB777D5A931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E026FC-C5A6-8FED-DA25-6D91F338914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3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54DF497B-4BB6-05DD-1261-E17F831A7D0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66AE0691-D32E-66A8-C19C-D89313B481D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8481E3FF-DF96-E57C-D735-43A1FADA2A7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537A8118-3D81-AF53-744E-52E10A4C91A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B1E73B1-D3F3-8C25-D688-8C88BF56BED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350F190-B2E1-5A59-B501-B4CB25A594F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202671"/>
            <a:ext cx="1489880" cy="1401439"/>
            <a:chOff x="5322861" y="270296"/>
            <a:chExt cx="1489880" cy="140143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B1612E1-F248-A890-128E-2BCE1E9D06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5374655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53A68BD6-3BE9-5547-21BD-5BBEB28B3492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680627" y="438270"/>
              <a:ext cx="778531" cy="77853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9ADDF4-48EF-4D18-C5FF-2FC2E889A916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322861" y="1264005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상어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9AF3584-1526-CC00-7B28-3EEC5D678F8E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1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차 천이인 건성 천이 과정에서 개척자가 어떤 생물인지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53941-94FA-0D89-A08A-187DF2F29DCA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지의류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3724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33C5A-2E42-9017-F8F4-B0E48EB30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D981BEF6-C2BF-B68B-3676-94CA9519A1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6D4D8A-7880-333A-356E-74D357922DD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1854A06-D5FB-97CA-C1B2-6C36F13355B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C949766-20C4-D2D3-C01F-A334046EDF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0B8DB6A-61E6-7F1F-81F9-7786496615D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바다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BB990EA-8B26-D360-39AC-4E2A45C3776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62B08039-F698-BDA0-766C-FCFF8936209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10676651-BF59-9E49-9DBF-48DF50826B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F2F99EE-13DF-8AC9-7EAE-591EFA231B0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3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FDB91572-D0E5-FE3E-96F1-9C9F926A6E6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0967CC34-7BB8-E4D4-DEA3-634F8FBB669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2E1535BC-4C3B-CAFE-62F1-84524391824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6C343F6-A915-9850-5297-1E5C2B87087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0A7930D9-69C1-AA40-FF87-50A28C73D79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6788D36C-EEDE-357C-BACE-92350DBE691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51060" y="204534"/>
            <a:ext cx="1489880" cy="1401439"/>
            <a:chOff x="6707693" y="270296"/>
            <a:chExt cx="1489880" cy="140143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603F31D-CADF-5130-010F-D3D1D446FA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6759487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42294D4-50A0-A740-96D7-D83D616F0B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707693" y="1264005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해마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3448089-CFE7-CC42-DBF7-5F684FCE9E6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69910" y="418601"/>
              <a:ext cx="780593" cy="7805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3AC243D-172E-C808-C387-D8E2A3E8A79F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한대 사막에 서식하는 생물 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2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종류를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74F184-3D1A-0DBF-99F0-9A5188597D1E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지의류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이끼류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106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D7902-1BCB-A19D-CE67-C8671F2A6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A04483C1-9E02-D5A7-0666-787520A035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00859A-C233-F753-160C-366F9B55285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8C28F5A-F96A-22B1-F73F-4D996A440B4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38C81170-BE6C-5789-5DD0-FEEA7C08AE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0514528-C137-DB23-270F-B246D3989A1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바다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D099EF3-6926-49B1-615D-8AAEFF7678C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84A937B1-9501-326B-7D21-C1C23E8BA1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BD27AC73-5294-EFE9-8E08-76AAE4063E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F7E6D66-CF29-0430-BA2B-8A9F7BD131C9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3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66DE88B9-5773-0D42-CBB8-607E4A1BEC6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B6D6528-0876-083C-24CA-BE539A2B10F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97AD4E43-0C81-CAFF-9D61-038A8B3777E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4FE29B84-C3F0-6B77-D302-EEF38003CEF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870CA55-EC64-21C3-5741-804AB94014F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090C577E-8BD4-2DA6-8B82-FAE2BE986DB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51060" y="204535"/>
            <a:ext cx="1489880" cy="1401439"/>
            <a:chOff x="8101213" y="270296"/>
            <a:chExt cx="1489880" cy="140143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439C5A0-44F4-F195-6085-59A41A5A17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8146998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879BECB-97E0-2123-348C-664F4CD75F1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8101213" y="1258021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바다 거북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AE8F776E-B2A6-5BBF-6D57-C8DB8670744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455856" y="437238"/>
              <a:ext cx="780593" cy="7805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FE5BB4E-E00D-7E46-FF10-9943D9375157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열대우림에 주로 구성된 식물의 종류를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2DB1E3-BF03-5C32-92FB-BB719CE29DD3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상록 활엽수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946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D8EB-E15E-29D0-77AA-17CE7F93F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E3EFF1EE-E62A-EC3E-3A3F-AFD0CAB0EB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DA6ECB-AA26-1480-8C65-E501FC08A13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6C0ED0E-E3C2-28FD-53C0-39F87BD52A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F446872-805A-1AE6-00B5-B0E9E93A6C3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828A31-FB71-5549-82FE-36C70AD57F2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바다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B64E91D9-D9C7-CFB8-42C2-18B0A1B1230F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A3E82B8D-7C18-9F1D-6FF5-99A51C8B281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01D5DD2E-E874-587F-7FFE-D4DCC1DAB99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4853B9-E93F-A311-14C5-D28E98FE230A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3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C57CF4A0-A8A5-98D3-5001-A4B15AD14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2158E802-C833-0B4C-CD72-0EEF8FFFA68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C9D9596F-2482-AE86-5493-148FFE57B87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74EDFF3F-FFE7-2C77-9BCB-24EB25139B8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492FAE9E-0446-2EBF-F028-0DA63CADAA7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5EE5DBBF-2A90-F002-04A0-20184E7ED4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207537"/>
            <a:ext cx="1489880" cy="1401439"/>
            <a:chOff x="9494064" y="270296"/>
            <a:chExt cx="1489880" cy="1401439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02B5918-E6B8-19A6-CDF2-D093B45FBA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6200000">
              <a:off x="9534895" y="340535"/>
              <a:ext cx="1401439" cy="1260961"/>
            </a:xfrm>
            <a:prstGeom prst="rect">
              <a:avLst/>
            </a:prstGeom>
            <a:gradFill>
              <a:gsLst>
                <a:gs pos="100000">
                  <a:schemeClr val="bg1"/>
                </a:gs>
                <a:gs pos="51000">
                  <a:srgbClr val="A3D8F0"/>
                </a:gs>
                <a:gs pos="10000">
                  <a:schemeClr val="accent1">
                    <a:lumMod val="60000"/>
                    <a:lumOff val="40000"/>
                  </a:schemeClr>
                </a:gs>
              </a:gsLst>
              <a:lin ang="10800000" scaled="1"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F99C2D-08D6-8592-846D-6C31102DA4B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494064" y="1254536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고래</a:t>
              </a: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B0A34CB-4564-D005-D74C-C5FE9D77F40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45317" y="446259"/>
              <a:ext cx="780593" cy="78059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74639A8-F641-C3C6-28C7-51013DE7A92D}"/>
              </a:ext>
            </a:extLst>
          </p:cNvPr>
          <p:cNvSpPr txBox="1"/>
          <p:nvPr/>
        </p:nvSpPr>
        <p:spPr>
          <a:xfrm>
            <a:off x="869410" y="2916060"/>
            <a:ext cx="1045317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식물이 흡수할 수 있는 질소의 형태를 두 가지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5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0FB02-7B6B-9BE2-F074-374631BD91B7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암모늄 이온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질산 이온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32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14F3-D3D5-F087-414B-7F9BD59CF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B1C7A7E6-0442-9008-1C05-03FFD4A1C5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BD469A1-67F4-0EDC-485C-6C76E68CA8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183C275-C7A7-4554-3FC6-7EEF9CE7529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D45D0446-8578-6B06-1FB3-18453A48649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DFD46C-FC07-712F-1D8C-E9F9C0F9DCA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삼림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79CE9B7-786D-28CD-5A53-9B70A7F08A1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EC1D99E2-B0BD-D0A0-8B3D-D74E5432CA9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CAED5299-687F-192A-2E53-D8799449862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1D0ABC-0517-6498-20EC-4BE6F2DC9D2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4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DF8ED91-C9C3-465D-E4EC-916D1173248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A8A247C1-77A7-4CBD-CDE7-DA4753BE55A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4063AC13-E7BC-C023-B878-CAD5711F526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CA8FFEB2-0488-1C35-C2E1-7A0B4732C9F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22871EC3-E7EC-7BE9-3E03-CC11BD3D4E25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390068A-4997-A4C1-C8E7-19D4C7FF8DF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87707" y="207537"/>
            <a:ext cx="1489880" cy="1412554"/>
            <a:chOff x="10572864" y="2203351"/>
            <a:chExt cx="1489880" cy="138924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7E8D3F2-30D3-8CC9-2595-EDBE7384636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10682260" y="2203351"/>
              <a:ext cx="1264560" cy="1389240"/>
            </a:xfrm>
            <a:prstGeom prst="rect">
              <a:avLst/>
            </a:prstGeom>
            <a:gradFill flip="none" rotWithShape="1">
              <a:gsLst>
                <a:gs pos="90000">
                  <a:schemeClr val="accent6">
                    <a:lumMod val="20000"/>
                    <a:lumOff val="80000"/>
                  </a:schemeClr>
                </a:gs>
                <a:gs pos="50000">
                  <a:srgbClr val="98DC80"/>
                </a:gs>
                <a:gs pos="0">
                  <a:srgbClr val="5BC436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537C9CC-E4C8-BFFE-586B-2E01062EA3D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72864" y="3178749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판다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0C8042F6-5142-1352-CA0F-35595929A92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35493" y="2401494"/>
              <a:ext cx="749218" cy="74921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859C6D5-3AF5-1BD7-3C5D-6CD2EA12AFC5}"/>
              </a:ext>
            </a:extLst>
          </p:cNvPr>
          <p:cNvSpPr txBox="1"/>
          <p:nvPr/>
        </p:nvSpPr>
        <p:spPr>
          <a:xfrm>
            <a:off x="797947" y="2916060"/>
            <a:ext cx="106539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한라산 식물 군집의 수직 분포를 높은 고도부터 지표까지 순서대로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① → ② → ③ → ④ → ⑤ 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10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302BB2-4533-28EB-FAF1-3F86273BB490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관목대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침엽수림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혼합림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낙엽 활엽수림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상록 활엽수림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353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E9FF4-DE93-BE69-A3FE-57DC23323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1BF19E7F-8082-FAE6-055A-911ECC6E8B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8DE8BB5-5ED9-516A-E97E-65852DF753A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EA38333-67DE-A8D8-8E9D-72E568976A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BBA3731-2554-8FB5-7942-2E77D0D90DD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73F8CB-7790-3943-35B1-BE576AC3A1F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삼림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4777D15B-75BF-FBF6-F0BF-4103A79E5997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1E4D72C2-9C01-8947-1762-E6886D47370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D64E5687-C8FD-36F6-001C-EAF16C16A5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686C7A8-2C81-3787-DA12-64C6DE756264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4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B6D9B354-E060-9895-F248-0F2F073DEA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D9806AD2-63C2-F4B6-05CB-C073DA28E3AD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6DE0AB65-11B9-B8ED-B832-C98397EDC6C1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912EA028-6F32-1476-49B8-9C8F4BEAF5E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34CDFF94-B837-18E9-1EE2-7785E9EEC8B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C091CE2-C42C-D2E6-A662-E9424C9E47C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417203" y="219736"/>
            <a:ext cx="1489880" cy="1389240"/>
            <a:chOff x="10572864" y="3690367"/>
            <a:chExt cx="1489880" cy="138924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FCF950EC-6E44-1D40-F4A3-144FF3DDC03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10682260" y="3690367"/>
              <a:ext cx="1264560" cy="1389240"/>
            </a:xfrm>
            <a:prstGeom prst="rect">
              <a:avLst/>
            </a:prstGeom>
            <a:gradFill flip="none" rotWithShape="1">
              <a:gsLst>
                <a:gs pos="90000">
                  <a:schemeClr val="accent6">
                    <a:lumMod val="20000"/>
                    <a:lumOff val="80000"/>
                  </a:schemeClr>
                </a:gs>
                <a:gs pos="50000">
                  <a:srgbClr val="98DC80"/>
                </a:gs>
                <a:gs pos="0">
                  <a:srgbClr val="5BC436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9033800-B11B-291F-9D78-452701FEF06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72864" y="4666664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독수리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5DA25B2D-110D-9FDF-A552-5A1B9ECA011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25274" y="3854022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2FDCA7B-BCC0-9492-3593-2E0E688F06AB}"/>
              </a:ext>
            </a:extLst>
          </p:cNvPr>
          <p:cNvSpPr txBox="1"/>
          <p:nvPr/>
        </p:nvSpPr>
        <p:spPr>
          <a:xfrm>
            <a:off x="869410" y="2916060"/>
            <a:ext cx="10453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건성 천이의 과정을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첫 시작부터 극상까지 순서대로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① → ② → ③ → ④ → ⑤ → ⑥ → ⑦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10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9B521-191D-AFE3-56EE-AF3C4E90B4BE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땅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지의류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이끼류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초원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관목림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양수림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혼합림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음수림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(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극상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)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396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FEA2-65A4-3F60-606C-9CFE8430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hlinkClick r:id="rId2" action="ppaction://hlinksldjump"/>
            <a:extLst>
              <a:ext uri="{FF2B5EF4-FFF2-40B4-BE49-F238E27FC236}">
                <a16:creationId xmlns:a16="http://schemas.microsoft.com/office/drawing/2014/main" id="{86E32AB1-5288-6BE5-14F0-5486548940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9110" y="188468"/>
            <a:ext cx="904568" cy="9045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1B1BDFB-8C1C-6E40-BB43-89F282214F9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35102" y="324398"/>
            <a:ext cx="27825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생명 마블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5C4CA60-80E9-A01D-AD33-CCA6B843E3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816" y="1252486"/>
            <a:ext cx="11841369" cy="5513757"/>
            <a:chOff x="163816" y="1252486"/>
            <a:chExt cx="11841369" cy="551375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48F43608-C41E-0506-9708-A008C0C6E2E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75303" y="1344551"/>
              <a:ext cx="11641394" cy="5324981"/>
            </a:xfrm>
            <a:prstGeom prst="roundRect">
              <a:avLst>
                <a:gd name="adj" fmla="val 12419"/>
              </a:avLst>
            </a:prstGeom>
            <a:solidFill>
              <a:schemeClr val="bg1">
                <a:lumMod val="95000"/>
              </a:schemeClr>
            </a:solidFill>
            <a:ln w="57150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B48831-55B8-A10A-0598-38C4725BFA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660343" y="1437616"/>
              <a:ext cx="15387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[ 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삼림 </a:t>
              </a:r>
              <a:r>
                <a:rPr lang="en-US" altLang="ko-KR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]</a:t>
              </a:r>
              <a:r>
                <a:rPr lang="ko-KR" altLang="en-US" sz="2400" dirty="0">
                  <a:latin typeface="Cafe24 Danjunghae" panose="02000000000000000000" pitchFamily="2" charset="-127"/>
                  <a:ea typeface="Cafe24 Danjunghae" panose="02000000000000000000" pitchFamily="2" charset="-127"/>
                </a:rPr>
                <a:t> 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EC9375DB-D2B5-D905-3E9C-F3A7994787B4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009842" y="1354988"/>
              <a:ext cx="901660" cy="584775"/>
              <a:chOff x="6640926" y="1736546"/>
              <a:chExt cx="901660" cy="584775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D376731C-D760-CEE8-3638-1394998AFB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40926" y="1815443"/>
                <a:ext cx="419244" cy="419244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D798A2A3-8982-8EE7-0F30-81EEB3252E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93868" y="1871671"/>
                <a:ext cx="277916" cy="277916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6D1B07-274A-2852-F8C2-882AFFD5D106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7180445" y="1736546"/>
                <a:ext cx="36214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3200" dirty="0">
                    <a:latin typeface="Cafe24 Danjunghae" panose="02000000000000000000" pitchFamily="2" charset="-127"/>
                    <a:ea typeface="Cafe24 Danjunghae" panose="02000000000000000000" pitchFamily="2" charset="-127"/>
                  </a:rPr>
                  <a:t>4</a:t>
                </a:r>
                <a:endParaRPr lang="ko-KR" altLang="en-US" sz="3200" dirty="0">
                  <a:latin typeface="Cafe24 Danjunghae" panose="02000000000000000000" pitchFamily="2" charset="-127"/>
                  <a:ea typeface="Cafe24 Danjunghae" panose="02000000000000000000" pitchFamily="2" charset="-127"/>
                </a:endParaRPr>
              </a:p>
            </p:txBody>
          </p:sp>
        </p:grp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4528A21B-E988-99E0-3ED4-3CB3CF78020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62023" y="1937983"/>
              <a:ext cx="11059706" cy="4413657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id="{FA60D08A-B9B0-DE05-53AA-E36EC314E31C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3816" y="5598662"/>
              <a:ext cx="1167581" cy="1167581"/>
            </a:xfrm>
            <a:prstGeom prst="rect">
              <a:avLst/>
            </a:prstGeom>
          </p:spPr>
        </p:pic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1C83A53E-8911-2D5C-DA6B-6067FB57BD1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0837604" y="5598661"/>
              <a:ext cx="1167581" cy="1167581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343768B9-E78D-BCDC-86B2-1645E57CF139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 flipV="1">
              <a:off x="10837604" y="1252486"/>
              <a:ext cx="1167581" cy="1167581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F23D8767-27B9-8FD5-2882-F71C6F8B534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V="1">
              <a:off x="181281" y="1252486"/>
              <a:ext cx="1167581" cy="1167581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D581917-ADC6-C138-8B33-52BA9E63AD3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5346936" y="207537"/>
            <a:ext cx="1489880" cy="1408904"/>
            <a:chOff x="10572864" y="5182729"/>
            <a:chExt cx="1489880" cy="138924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C58C1C4-3205-2BB3-A385-E007C09450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10682260" y="5182729"/>
              <a:ext cx="1264560" cy="1389240"/>
            </a:xfrm>
            <a:prstGeom prst="rect">
              <a:avLst/>
            </a:prstGeom>
            <a:gradFill flip="none" rotWithShape="1">
              <a:gsLst>
                <a:gs pos="90000">
                  <a:schemeClr val="accent6">
                    <a:lumMod val="20000"/>
                    <a:lumOff val="80000"/>
                  </a:schemeClr>
                </a:gs>
                <a:gs pos="50000">
                  <a:srgbClr val="98DC80"/>
                </a:gs>
                <a:gs pos="0">
                  <a:srgbClr val="5BC436"/>
                </a:gs>
              </a:gsLst>
              <a:lin ang="16200000" scaled="1"/>
              <a:tileRect/>
            </a:gra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42C6E27-F693-87DD-88AF-E372BD13B8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72864" y="6158919"/>
              <a:ext cx="1489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latin typeface="Cafe24 Ssurround air Light" panose="020F0300000000000000" pitchFamily="50" charset="-127"/>
                  <a:ea typeface="Cafe24 Ssurround air Light" panose="020F0300000000000000" pitchFamily="50" charset="-127"/>
                </a:rPr>
                <a:t>호랑이</a:t>
              </a: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74777EB6-5FB9-D656-8B0A-C2275CE2636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31695" y="5359385"/>
              <a:ext cx="778532" cy="778532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340B18-1DDB-8C3D-F1AD-80CEFABD219F}"/>
              </a:ext>
            </a:extLst>
          </p:cNvPr>
          <p:cNvSpPr txBox="1"/>
          <p:nvPr/>
        </p:nvSpPr>
        <p:spPr>
          <a:xfrm>
            <a:off x="869410" y="2916060"/>
            <a:ext cx="10453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 </a:t>
            </a:r>
            <a:r>
              <a:rPr lang="ko-KR" altLang="en-US" sz="36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문제 </a:t>
            </a:r>
            <a:r>
              <a:rPr lang="ko-KR" altLang="en-US" sz="3600" dirty="0"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❖</a:t>
            </a:r>
            <a:endParaRPr lang="en-US" altLang="ko-KR" sz="3600" dirty="0"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습성 천이의 과정을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ko-KR" altLang="en-US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첫 시작부터 극상까지 순서대로 </a:t>
            </a:r>
            <a:r>
              <a:rPr lang="ko-KR" altLang="en-US" sz="2800" dirty="0" err="1">
                <a:latin typeface="Cafe24 Danjunghae" panose="02000000000000000000" pitchFamily="2" charset="-127"/>
                <a:ea typeface="Cafe24 Danjunghae" panose="02000000000000000000" pitchFamily="2" charset="-127"/>
              </a:rPr>
              <a:t>말하시오</a:t>
            </a:r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.</a:t>
            </a:r>
          </a:p>
          <a:p>
            <a:pPr algn="ctr"/>
            <a:r>
              <a:rPr lang="en-US" altLang="ko-KR" sz="2800" dirty="0">
                <a:latin typeface="Cafe24 Danjunghae" panose="02000000000000000000" pitchFamily="2" charset="-127"/>
                <a:ea typeface="Cafe24 Danjunghae" panose="02000000000000000000" pitchFamily="2" charset="-127"/>
              </a:rPr>
              <a:t>① → ② → ③ → ④ → ⑤ → ⑥ → ⑦ → ⑧</a:t>
            </a:r>
          </a:p>
          <a:p>
            <a:pPr algn="ctr"/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 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제한시간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10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 </a:t>
            </a:r>
            <a:r>
              <a:rPr lang="en-US" altLang="ko-KR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※</a:t>
            </a:r>
            <a:r>
              <a:rPr lang="ko-KR" altLang="en-US" sz="2800" dirty="0">
                <a:solidFill>
                  <a:srgbClr val="FF0000"/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endParaRPr lang="ko-KR" altLang="en-US" sz="3600" dirty="0">
              <a:solidFill>
                <a:srgbClr val="FF0000"/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8B0DC-2494-AFD2-4BA1-1139F441090F}"/>
              </a:ext>
            </a:extLst>
          </p:cNvPr>
          <p:cNvSpPr txBox="1"/>
          <p:nvPr/>
        </p:nvSpPr>
        <p:spPr>
          <a:xfrm>
            <a:off x="429546" y="4997144"/>
            <a:ext cx="112004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[ </a:t>
            </a:r>
            <a:r>
              <a:rPr lang="ko-KR" altLang="en-US" sz="32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답 </a:t>
            </a:r>
            <a:r>
              <a:rPr lang="en-US" altLang="ko-KR" sz="3200" dirty="0">
                <a:solidFill>
                  <a:schemeClr val="bg1">
                    <a:lumMod val="50000"/>
                  </a:schemeClr>
                </a:solidFill>
                <a:latin typeface="08서울남산체 EB" panose="02020603020101020101" pitchFamily="18" charset="-127"/>
                <a:ea typeface="08서울남산체 EB" panose="02020603020101020101" pitchFamily="18" charset="-127"/>
              </a:rPr>
              <a:t>]</a:t>
            </a:r>
          </a:p>
          <a:p>
            <a:pPr algn="ctr"/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: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빈영양호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부영양호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이끼류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,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습원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초원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관목림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양수림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혼합림 </a:t>
            </a:r>
            <a:r>
              <a:rPr lang="en-US" altLang="ko-KR" sz="2400" dirty="0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→ </a:t>
            </a:r>
            <a:r>
              <a:rPr lang="ko-KR" altLang="en-US" sz="2400" dirty="0" err="1">
                <a:solidFill>
                  <a:schemeClr val="bg1">
                    <a:lumMod val="50000"/>
                  </a:schemeClr>
                </a:solidFill>
                <a:latin typeface="Cafe24 Danjunghae" panose="02000000000000000000" pitchFamily="2" charset="-127"/>
                <a:ea typeface="Cafe24 Danjunghae" panose="02000000000000000000" pitchFamily="2" charset="-127"/>
              </a:rPr>
              <a:t>음수림</a:t>
            </a:r>
            <a:endParaRPr lang="ko-KR" altLang="en-US" sz="3200" dirty="0">
              <a:solidFill>
                <a:schemeClr val="bg1">
                  <a:lumMod val="50000"/>
                </a:schemeClr>
              </a:solidFill>
              <a:latin typeface="Cafe24 Danjunghae" panose="02000000000000000000" pitchFamily="2" charset="-127"/>
              <a:ea typeface="Cafe24 Danjunghae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2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6E91665-0E4F-783D-C34F-A5D65CF88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563" y="2096563"/>
            <a:ext cx="2664874" cy="266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31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961</TotalTime>
  <Words>1089</Words>
  <Application>Microsoft Office PowerPoint</Application>
  <PresentationFormat>와이드스크린</PresentationFormat>
  <Paragraphs>250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08서울남산체 EB</vt:lpstr>
      <vt:lpstr>Cafe24 Danjunghae</vt:lpstr>
      <vt:lpstr>Cafe24 Ssurround air Light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27</cp:revision>
  <cp:lastPrinted>2024-10-16T02:08:33Z</cp:lastPrinted>
  <dcterms:created xsi:type="dcterms:W3CDTF">2024-10-16T01:59:52Z</dcterms:created>
  <dcterms:modified xsi:type="dcterms:W3CDTF">2024-12-12T04:48:37Z</dcterms:modified>
</cp:coreProperties>
</file>